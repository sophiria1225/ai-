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共有で足りるか、仕事の担当を変えるべきか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後から分かった共通条件を、誰が判断・実行するか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動的な担当選択・再編・費用削減は既に研究されている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「まとめる機能」から「追加価値の検証」へ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問い、制御方式、設計指針を一本につなぐ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変更するのは、未完了作業・文脈・更新責任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同じ途中状態を、四つの対応へ分ける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中央で決めるだけで十分なら、移管は不要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失敗しそうかより、どの対応が品質と費用で有利か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基準方式の観察はできた。担当変更の検証はこれから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両方が未解決では、担当変更が必要とは言えない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「同じ状態から比較した」と言える条件を作る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機能を増やす前に、提案が必要になる条件を確かめる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何を共有し、何を一緒に判断・実行させるべきか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出典と、確認した範囲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出典と、確認した範囲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sophiria1225/AI-/blob/main/docs/research_contribution.md" TargetMode="External"/><Relationship Id="rId3" Type="http://schemas.openxmlformats.org/officeDocument/2006/relationships/hyperlink" Target="https://proceedings.iclr.cc/paper_files/paper/2025/file/ba84da6921f3040b74ee163aa7451f53-Paper-Conference.pdf" TargetMode="External"/><Relationship Id="rId4" Type="http://schemas.openxmlformats.org/officeDocument/2006/relationships/hyperlink" Target="https://proceedings.mlr.press/v267/zhang25bi.html" TargetMode="External"/><Relationship Id="rId5" Type="http://schemas.openxmlformats.org/officeDocument/2006/relationships/hyperlink" Target="https://proceedings.neurips.cc/paper_files/paper/2025/hash/f1320d2e2842169c6fc89dcbd80e94d0-Abstract-Conference.html" TargetMode="External"/><Relationship Id="rId6" Type="http://schemas.openxmlformats.org/officeDocument/2006/relationships/hyperlink" Target="https://jair.org/index.php/jair/article/view/10451" TargetMode="External"/><Relationship Id="rId7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js.aaai.org/index.php/AAAI/article/download/42393/46354" TargetMode="External"/><Relationship Id="rId3" Type="http://schemas.openxmlformats.org/officeDocument/2006/relationships/hyperlink" Target="https://aclanthology.org/2025.emnlp-main.587/" TargetMode="External"/><Relationship Id="rId4" Type="http://schemas.openxmlformats.org/officeDocument/2006/relationships/hyperlink" Target="https://arxiv.org/html/2606.21399v1" TargetMode="External"/><Relationship Id="rId5" Type="http://schemas.openxmlformats.org/officeDocument/2006/relationships/hyperlink" Target="https://github.com/sophiria1225/AI-/blob/main/docs/P5_findings.md" TargetMode="External"/><Relationship Id="rId6" Type="http://schemas.openxmlformats.org/officeDocument/2006/relationships/hyperlink" Target="https://github.com/sophiria1225/AI-/blob/main/docs/experiments/E1_intervention_contract.md" TargetMode="Externa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RESEARCH APPROACH / 改訂版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共有で足りるか、仕事の担当を変えるべきか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2026-10-20｜目的と差分を先に説明する改訂版｜研究期限：2027年12月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816100"/>
            <a:ext cx="11176000" cy="1397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情報を渡す効果と、</a:t>
            </a:r>
          </a:p>
          <a:p>
            <a:pPr>
              <a:lnSpc>
                <a:spcPts val="4092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判断・実行を一人へ移す効果を切り分ける。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3556000"/>
            <a:ext cx="10922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追加の利益がある局面だけ、関連する未完了作業を引き継ぐ。</a:t>
            </a:r>
          </a:p>
          <a:p>
            <a:pPr>
              <a:lnSpc>
                <a:spcPts val="3036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品質を保ち、全担当の総トークンを減らすことを目指す。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5410200"/>
            <a:ext cx="11176000" cy="546100"/>
          </a:xfrm>
          <a:prstGeom prst="rect">
            <a:avLst/>
          </a:prstGeom>
          <a:solidFill>
            <a:srgbClr val="FB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5245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狙う新規性の説明。担当変更の有効性は、まだ実証していない。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01 / 背景と問い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後から分かった共通条件を、誰が判断・実行するか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仮想例：認証担当と保存担当が、識別子の形式と互換性を共同で決める。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S1｜説明用の仮想例。現在の実験で観測した衝突ではない。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35200"/>
            <a:ext cx="3556000" cy="312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35200"/>
            <a:ext cx="50800" cy="3124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384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情報を共有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25800"/>
            <a:ext cx="3098800" cy="195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同じ仕様・コードを読む。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判断と変更は各担当。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情報不足を解消できるか。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35200"/>
            <a:ext cx="3556000" cy="312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35200"/>
            <a:ext cx="50800" cy="3124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384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中央で方針を決定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25800"/>
            <a:ext cx="3098800" cy="195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共通仕様を決めて渡す。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変更は元の担当が実行。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判断の往復を減らせるか。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35200"/>
            <a:ext cx="3556000" cy="312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35200"/>
            <a:ext cx="50800" cy="3124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384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関連作業を引き継ぐ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25800"/>
            <a:ext cx="3098800" cy="195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一人が双方の条件を持ち、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判断から変更まで行う。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実行の分断も問題か。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最後の方法が常に最善ではない。文脈集中と移管の費用も発生する。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02 / 近接研究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動的な担当選択・再編・費用削減は既に研究されている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既存方式を「固定分担しかできない」と扱わない。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S2–S5｜本文・一部コードの読み取り。性能の完全再現ではない。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46300"/>
            <a:ext cx="20193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73300"/>
            <a:ext cx="1778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研究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0000" y="2146300"/>
            <a:ext cx="44958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7000" y="2273300"/>
            <a:ext cx="4254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既に扱うもの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8500" y="2146300"/>
            <a:ext cx="46228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5500" y="2273300"/>
            <a:ext cx="4381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今回の扱い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794000"/>
            <a:ext cx="2019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921000"/>
            <a:ext cx="1778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MaAS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40000" y="2794000"/>
            <a:ext cx="4495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7000" y="2921000"/>
            <a:ext cx="4254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構成・資源配分の選択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8500" y="2794000"/>
            <a:ext cx="4622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5500" y="2921000"/>
            <a:ext cx="4381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構成最適化だけを新規性にしない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441700"/>
            <a:ext cx="2019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568700"/>
            <a:ext cx="1778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0000" y="3441700"/>
            <a:ext cx="4495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7000" y="3568700"/>
            <a:ext cx="4254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実行中の作業・担当変更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8500" y="3441700"/>
            <a:ext cx="4622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5500" y="3568700"/>
            <a:ext cx="4381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直接近い動的方式として比較する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089400"/>
            <a:ext cx="2019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216400"/>
            <a:ext cx="1778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Puppeteer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40000" y="4089400"/>
            <a:ext cx="4495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67000" y="4216400"/>
            <a:ext cx="4254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状態に応じた担当選択と費用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8500" y="4089400"/>
            <a:ext cx="46228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5500" y="4216400"/>
            <a:ext cx="4381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同じ情報・予算で追加価値を問う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737100"/>
            <a:ext cx="2019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864100"/>
            <a:ext cx="1778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APO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40000" y="4737100"/>
            <a:ext cx="4495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67000" y="4864100"/>
            <a:ext cx="4254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関連部分の一時的な集中処理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8500" y="4737100"/>
            <a:ext cx="46228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5500" y="4864100"/>
            <a:ext cx="43815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集中化の原理自体は既存技術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差分候補：何を変える必要があるかを、競合する処置と切り分ける。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03 / 融合や分岐も、そのままでは独自ではない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「まとめる機能」から「追加価値の検証」へ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エージェント統合、履歴分析、介入の利益予測にも先行研究がある。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S6–S8｜AgentGraphはデモ論文。WinnowRAGは概要確認。S8の採録未確認。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2209800" cy="812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36800"/>
            <a:ext cx="1968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研究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0500" y="2209800"/>
            <a:ext cx="4432300" cy="812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7500" y="2336800"/>
            <a:ext cx="4191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重なる発想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5500" y="2209800"/>
            <a:ext cx="4495800" cy="8128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2500" y="2336800"/>
            <a:ext cx="4254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この研究で詰めること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3035300"/>
            <a:ext cx="22098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162300"/>
            <a:ext cx="1968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AgentGraph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0500" y="3035300"/>
            <a:ext cx="4432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57500" y="3162300"/>
            <a:ext cx="4191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ログから担当・作業の統合を推奨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5500" y="3035300"/>
            <a:ext cx="44958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2500" y="3162300"/>
            <a:ext cx="4254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推奨した移管が他の対応より有益か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860800"/>
            <a:ext cx="2209800" cy="812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987800"/>
            <a:ext cx="1968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WinnowRAG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30500" y="3860800"/>
            <a:ext cx="4432300" cy="812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7500" y="3987800"/>
            <a:ext cx="4191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回答をまとめ上位の担当で議論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5500" y="3860800"/>
            <a:ext cx="4495800" cy="8128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2500" y="3987800"/>
            <a:ext cx="4254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進行中の判断・実行責任の扱い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686300"/>
            <a:ext cx="22098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813300"/>
            <a:ext cx="1968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Calibration Is</a:t>
            </a:r>
          </a:p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Not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30500" y="4686300"/>
            <a:ext cx="44323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7500" y="4813300"/>
            <a:ext cx="4191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同一状態の分岐・介入価値の比較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5500" y="4686300"/>
            <a:ext cx="4495800" cy="81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02500" y="4813300"/>
            <a:ext cx="42545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8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整理／方針／担当変更の対照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この組み合わせが未研究だとは断定しない。近接方式との比較が必要。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04 / 狙う貢献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問い、制御方式、設計指針を一本につなぐ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三つとも研究の目標。現在の実測で成立した貢献とは区別する。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60600"/>
            <a:ext cx="3556000" cy="327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8000" y="2260600"/>
            <a:ext cx="50800" cy="32766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600" y="24638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① 機構を切り分ける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00" y="3251200"/>
            <a:ext cx="3098800" cy="210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同じ情報を持っていても、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判断と実行の分断で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負担が残る条件を測る。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ない条件も含める。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0" y="2260600"/>
            <a:ext cx="3556000" cy="327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8000" y="2260600"/>
            <a:ext cx="50800" cy="32766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6600" y="24638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② 必要な部分だけ移す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600" y="3251200"/>
            <a:ext cx="3098800" cy="210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履歴・必要文脈・残予算か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ら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対応を選ぶ。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移管費用を上回る利益が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ある場合に限定する。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0" y="2260600"/>
            <a:ext cx="3556000" cy="327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0" y="2260600"/>
            <a:ext cx="50800" cy="32766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6600" y="24638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③ 条件を説明する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251200"/>
            <a:ext cx="3098800" cy="2108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共有で十分な範囲。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中央調整で十分な範囲。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担当変更が有益な範囲。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品質と費用で整理する。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150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293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まず①。追加価値が確認できた場合に②へ進む。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05 / 提案機構の設計図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変更するのは、未完了作業・文脈・更新責任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モデルの外側にある、仕事の割り当てと実行状態を制御する。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S1・S10｜提案設計。自動移管器は未実装。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09800"/>
            <a:ext cx="3048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368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実行履歴と現在状態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68600"/>
            <a:ext cx="2743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作業ID・版・公開検査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相互修正・残予算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209800"/>
            <a:ext cx="3556000" cy="12700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0400" y="23368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対応の選択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0400" y="2768600"/>
            <a:ext cx="3251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継続／整理／中央調整／移管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品質と全費用を比較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36000" y="2209800"/>
            <a:ext cx="3048000" cy="12700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88400" y="23368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関連する二担当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88400" y="2768600"/>
            <a:ext cx="27432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Aの未完了作業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Bの未完了作業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56000" y="28448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74000" y="28448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160000" y="3505200"/>
            <a:ext cx="0" cy="4953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636000" y="4051300"/>
            <a:ext cx="3048000" cy="13589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88400" y="41783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一人へ引き継ぐ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8400" y="4610100"/>
            <a:ext cx="2743200" cy="723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作業 + 根拠 + 文脈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共同判断 + 関連更新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8000" y="4051300"/>
            <a:ext cx="3556000" cy="1358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70400" y="4178300"/>
            <a:ext cx="325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共通の公開検査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70400" y="4610100"/>
            <a:ext cx="3251200" cy="723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版・未完了事項を更新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必要なら独立作業を再分担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051300"/>
            <a:ext cx="3048000" cy="13589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400" y="4178300"/>
            <a:ext cx="2743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独立した最終評価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400" y="4610100"/>
            <a:ext cx="2743200" cy="723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品質と全入力＋出力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正解は途中へ戻さない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899400" y="47371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581400" y="4737100"/>
            <a:ext cx="7366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担当変更だけでなく、必要情報の再入力・検査・失敗の費用も数える。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06 / 反復の目的を明確にする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同じ途中状態を、四つの対応へ分ける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状態保存・復元を確認し、B/C/Dで取得済み根拠と文脈更新をそろえる。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S10｜四条件のLLM比較は未実施。A/Bでは整理と履歴更新をまとめて測る。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97100"/>
            <a:ext cx="20828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24100"/>
            <a:ext cx="184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対応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3500" y="2197100"/>
            <a:ext cx="44323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0500" y="2324100"/>
            <a:ext cx="4191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情報・文脈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8500" y="2197100"/>
            <a:ext cx="46228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75500" y="2324100"/>
            <a:ext cx="438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判断と実行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832100"/>
            <a:ext cx="2082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959100"/>
            <a:ext cx="184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A 継続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3500" y="2832100"/>
            <a:ext cx="4432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0500" y="2959100"/>
            <a:ext cx="4191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元の担当履歴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8500" y="2832100"/>
            <a:ext cx="4622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5500" y="2959100"/>
            <a:ext cx="438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元の担当を維持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467100"/>
            <a:ext cx="2082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594100"/>
            <a:ext cx="184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B 情報整理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3500" y="3467100"/>
            <a:ext cx="4432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30500" y="3594100"/>
            <a:ext cx="4191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共通の状態文書で更新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8500" y="3467100"/>
            <a:ext cx="4622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5500" y="3594100"/>
            <a:ext cx="438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元の担当を維持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102100"/>
            <a:ext cx="2082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229100"/>
            <a:ext cx="184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 中央調整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3500" y="4102100"/>
            <a:ext cx="4432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30500" y="4229100"/>
            <a:ext cx="4191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Bと同じ更新・原資料アクセス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8500" y="4102100"/>
            <a:ext cx="4622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5500" y="4229100"/>
            <a:ext cx="438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共同方針 → 元の担当が実行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737100"/>
            <a:ext cx="2082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864100"/>
            <a:ext cx="184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D 担当変更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3500" y="4737100"/>
            <a:ext cx="4432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30500" y="4864100"/>
            <a:ext cx="4191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B/Cと同じ更新・原資料アクセス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48500" y="4737100"/>
            <a:ext cx="4622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75500" y="4864100"/>
            <a:ext cx="4381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関連部分を一人が判断・実行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Dだけ履歴を新しくすると、「担当変更」ではなく「整理」の効果が混ざる。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07 / 最も重要な対照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中央で決めるだけで十分なら、移管は不要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C/Dは共通の計画生成手順を使い、調整役の呼び出しも費用に含める。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11176000" cy="10414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49500"/>
            <a:ext cx="10871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同じ保存状態・取得済み根拠・残予算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81300"/>
            <a:ext cx="108712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同じモデル、基本ツール、状態文書、文脈更新。新しい正解情報は追加しない。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38500" y="3276600"/>
            <a:ext cx="0" cy="381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53500" y="3276600"/>
            <a:ext cx="0" cy="38100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8000" y="3708400"/>
            <a:ext cx="5461000" cy="1447800"/>
          </a:xfrm>
          <a:prstGeom prst="rect">
            <a:avLst/>
          </a:prstGeom>
          <a:solidFill>
            <a:srgbClr val="E8EEF6"/>
          </a:solidFill>
          <a:ln w="15240">
            <a:solidFill>
              <a:srgbClr val="17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3835400"/>
            <a:ext cx="515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C：方針を渡し、元の担当が実行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00" y="4267200"/>
            <a:ext cx="51562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共同方針は共有する。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更新を進める担当範囲は維持する。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000" y="3708400"/>
            <a:ext cx="5461000" cy="1447800"/>
          </a:xfrm>
          <a:prstGeom prst="rect">
            <a:avLst/>
          </a:prstGeom>
          <a:solidFill>
            <a:srgbClr val="FBF1DF"/>
          </a:solidFill>
          <a:ln w="15240">
            <a:solidFill>
              <a:srgbClr val="B679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5400" y="3835400"/>
            <a:ext cx="5156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B67922"/>
                </a:solidFill>
                <a:latin typeface="Arial Unicode MS"/>
                <a:ea typeface="Arial Unicode MS"/>
                <a:cs typeface="Arial Unicode MS"/>
              </a:rPr>
              <a:t>D：共同判断から関連更新まで引き取る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5400" y="4267200"/>
            <a:ext cx="5156200" cy="812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同じ方針作成手順の後、関連部分の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作業・文脈・更新責任を移す。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5435600"/>
            <a:ext cx="11176000" cy="73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強い比較対象も残す：中央役が直接実行できる方式。</a:t>
            </a:r>
          </a:p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その方式とDが機能的に同じなら、別方式として新規性を主張しない。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08 / 制御方式と成功条件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失敗しそうかより、どの対応が品質と費用で有利か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移管の利益が局面によって変わることを確認した後に、選択器を作る。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S1・S8・S10｜利益予測の一般形式は既出。品質許容差・件数は未確定。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22500"/>
            <a:ext cx="11176000" cy="12065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438400"/>
            <a:ext cx="10668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目的：品質の許容条件を満たす中で、全入力＋出力を最小化</a:t>
            </a:r>
          </a:p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min E[C]    subject to    E[Y] − E[Y_reference] ≥ −δ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8000" y="3721100"/>
            <a:ext cx="3556000" cy="176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8000" y="3721100"/>
            <a:ext cx="50800" cy="1765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600" y="39243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観測するもの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600" y="4711700"/>
            <a:ext cx="3098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相互修正・必要文脈・残予算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3721100"/>
            <a:ext cx="3556000" cy="176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8000" y="3721100"/>
            <a:ext cx="50800" cy="1765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6600" y="39243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比べるもの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6600" y="4711700"/>
            <a:ext cx="3098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各対応の品質・全費用・移管費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0" y="3721100"/>
            <a:ext cx="3556000" cy="176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8000" y="3721100"/>
            <a:ext cx="50800" cy="17653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6600" y="3924300"/>
            <a:ext cx="30988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4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初期の比較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600" y="4711700"/>
            <a:ext cx="3098800" cy="596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固定時点・往復回数の単純規則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品質低下で安く終わる方式は成功ではない。非有意差を同等と呼ばない。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09 / 現在の実測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基準方式の観察はできた。担当変更の検証はこれから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P3とP5は別の課題・予算。各課題・方式1試行で、成績を合算しない。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S9・data_sources.json｜全件予算停止。グラフの横軸上限はP3/P5で異なる。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9" name="Picture 8" descr="ob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2108200"/>
            <a:ext cx="11176000" cy="3225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この小さな差を削減率にしない。品質維持・移管の必要性は未実証。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10 / P5から分かった限界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両方が未解決では、担当変更が必要とは言えない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Ansibleで入力・モデル・予算をそろえた比較。追加の成功待ち反復は行わない。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S9：P5_findings.md・P5_pro_measurements.json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71700"/>
            <a:ext cx="43688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298700"/>
            <a:ext cx="4127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項目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9500" y="2171700"/>
            <a:ext cx="33782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6500" y="2298700"/>
            <a:ext cx="3136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固定2担当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0400" y="2171700"/>
            <a:ext cx="33909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7400" y="2298700"/>
            <a:ext cx="314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単一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806700"/>
            <a:ext cx="4368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933700"/>
            <a:ext cx="4127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全入力＋出力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89500" y="2806700"/>
            <a:ext cx="33782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6500" y="2933700"/>
            <a:ext cx="3136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580,169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80400" y="2806700"/>
            <a:ext cx="33909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7400" y="2933700"/>
            <a:ext cx="314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571,839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441700"/>
            <a:ext cx="4368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568700"/>
            <a:ext cx="4127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要求／既存動作の合格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89500" y="3441700"/>
            <a:ext cx="33782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6500" y="3568700"/>
            <a:ext cx="3136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0/4 ／ 21/21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0400" y="3441700"/>
            <a:ext cx="33909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7400" y="3568700"/>
            <a:ext cx="314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0/4 ／ 21/21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076700"/>
            <a:ext cx="4368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203700"/>
            <a:ext cx="4127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修正パッチ／途中の変更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89500" y="4076700"/>
            <a:ext cx="33782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6500" y="4203700"/>
            <a:ext cx="3136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0バイト ／ 0回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80400" y="4076700"/>
            <a:ext cx="33909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07400" y="4203700"/>
            <a:ext cx="314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0バイト ／ 0回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711700"/>
            <a:ext cx="4368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838700"/>
            <a:ext cx="4127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実時間／入力キャッシュ比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89500" y="4711700"/>
            <a:ext cx="33782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16500" y="4838700"/>
            <a:ext cx="31369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5,050.03秒 ／ 14.58%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80400" y="4711700"/>
            <a:ext cx="33909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7400" y="4838700"/>
            <a:ext cx="3149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509.62秒 ／ 96.05%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8000" y="5562600"/>
            <a:ext cx="11176000" cy="635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相互修正・更新責任の衝突は示せていない。</a:t>
            </a:r>
          </a:p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時間差はキャッシュを含む実装条件の差で、意味的な調整負担とは区別する。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11 / 今回続けた実装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「同じ状態から比較した」と言える条件を作る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状態保存の契約と12項目の制御検査を追加。実コンテナの完全復元は次段階。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S10・E1_checkpoint_contract_controls.json｜合成データでの基盤検査。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235200"/>
            <a:ext cx="3365500" cy="19431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400" y="2362200"/>
            <a:ext cx="3060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保存すべきもの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400" y="2794000"/>
            <a:ext cx="3060700" cy="1308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会話・作業管理・予算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完了状態・ファイル状態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ツール設定と外部入力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86200" y="3187700"/>
            <a:ext cx="4953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45000" y="2235200"/>
            <a:ext cx="3365500" cy="19431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7400" y="2362200"/>
            <a:ext cx="30607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不足・不一致を検出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400" y="2794000"/>
            <a:ext cx="3060700" cy="1308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一時領域の申告漏れ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保留操作・不明費用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内容ハッシュ・環境・予算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23200" y="3187700"/>
            <a:ext cx="495300" cy="0"/>
          </a:xfrm>
          <a:prstGeom prst="line">
            <a:avLst/>
          </a:prstGeom>
          <a:ln w="22860">
            <a:solidFill>
              <a:srgbClr val="6170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382000" y="2235200"/>
            <a:ext cx="3302000" cy="1943100"/>
          </a:xfrm>
          <a:prstGeom prst="rect">
            <a:avLst/>
          </a:prstGeom>
          <a:solidFill>
            <a:srgbClr val="E7F3F3"/>
          </a:solidFill>
          <a:ln w="15240"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4400" y="2362200"/>
            <a:ext cx="2997200" cy="482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復元物と照合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400" y="2794000"/>
            <a:ext cx="2997200" cy="1308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宣言した保存物の一致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異なる状態なら比較を拒否</a:t>
            </a:r>
          </a:p>
          <a:p>
            <a:pPr>
              <a:lnSpc>
                <a:spcPts val="2046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内容を公開せず検査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000" y="4559300"/>
            <a:ext cx="111760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実装済み：宣言された保存物・範囲・予算・環境の照合。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未実装：実行中コンテナの完全捕捉、復元後の再実行、四条件のLLM比較。</a:t>
            </a:r>
          </a:p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保存対象の列挙漏れを自動的に発見する保証はない。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12検査の合格は研究手法の改善ではなく、誤った比較を防ぐ基盤の成果。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12 / 次の実験は何を決めるか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機能を増やす前に、提案が必要になる条件を確かめる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同じ基準試行を増やすだけの進め方から、機構を区別する検証へ移る。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S1・S10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97100"/>
            <a:ext cx="21463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24100"/>
            <a:ext cx="190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順序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7000" y="2197100"/>
            <a:ext cx="44958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94000" y="2324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確認すること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5500" y="2197100"/>
            <a:ext cx="4495800" cy="6223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02500" y="2324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進む条件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000" y="2832100"/>
            <a:ext cx="2146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2959100"/>
            <a:ext cx="190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1 復元校正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7000" y="2832100"/>
            <a:ext cx="4495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94000" y="2959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一時・未追跡ファイルも含む復元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5500" y="2832100"/>
            <a:ext cx="4495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02500" y="2959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同じ公開操作と結果が再現する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3467100"/>
            <a:ext cx="2146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594100"/>
            <a:ext cx="190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2 対象現象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7000" y="3467100"/>
            <a:ext cx="4495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94000" y="3594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実際の修正・共同判断の負担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5500" y="3467100"/>
            <a:ext cx="4495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02500" y="3594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単なる未着手・知識不足と区別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8000" y="4102100"/>
            <a:ext cx="21463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229100"/>
            <a:ext cx="190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3 四条件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7000" y="4102100"/>
            <a:ext cx="4495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94000" y="4229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B/Cを超えるDの追加効果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5500" y="4102100"/>
            <a:ext cx="4495800" cy="62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02500" y="4229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費用を含めて利益が残る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8000" y="4737100"/>
            <a:ext cx="21463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4864100"/>
            <a:ext cx="190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4 自動選択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67000" y="4737100"/>
            <a:ext cx="4495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94000" y="4864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単純規則・近接動的方式と比較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75500" y="4737100"/>
            <a:ext cx="4495800" cy="6223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2500" y="4864100"/>
            <a:ext cx="42545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品質条件を満たして総費用減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状態によって適切な対応が変わらなければ、複雑な判断器は作らない。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13 / 得たい成果と反証条件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何を共有し、何を一緒に判断・実行させるべきか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出したい成果は平均スコアだけでなく、ハーネスの構成を選ぶ条件。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出典 S1｜結果が支持した範囲でのみ論文化する。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2197100"/>
            <a:ext cx="37973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2324100"/>
            <a:ext cx="355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得られた結果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8000" y="2197100"/>
            <a:ext cx="7353300" cy="635000"/>
          </a:xfrm>
          <a:prstGeom prst="rect">
            <a:avLst/>
          </a:prstGeom>
          <a:solidFill>
            <a:srgbClr val="17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5000" y="2324100"/>
            <a:ext cx="7112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主張できること／見直すこと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000" y="2844800"/>
            <a:ext cx="3797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2971800"/>
            <a:ext cx="355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BでDと同等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8000" y="2844800"/>
            <a:ext cx="7353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5000" y="2971800"/>
            <a:ext cx="7112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情報整理で十分。担当変更の追加価値は示せない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000" y="3492500"/>
            <a:ext cx="3797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619500"/>
            <a:ext cx="355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Cや柔軟な中央役で同等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0" y="3492500"/>
            <a:ext cx="7353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5000" y="3619500"/>
            <a:ext cx="7112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共同方針・中央実行で十分。名称で差を作らない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000" y="4140200"/>
            <a:ext cx="3797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267200"/>
            <a:ext cx="355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Dに条件付きの利益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8000" y="4140200"/>
            <a:ext cx="7353300" cy="635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5000" y="4267200"/>
            <a:ext cx="7112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文脈量・依存・予算に応じた担当変更の設計指針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8000" y="4787900"/>
            <a:ext cx="3797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4914900"/>
            <a:ext cx="3556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選択器が単純規則と同等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8000" y="4787900"/>
            <a:ext cx="7353300" cy="635000"/>
          </a:xfrm>
          <a:prstGeom prst="rect">
            <a:avLst/>
          </a:prstGeom>
          <a:solidFill>
            <a:srgbClr val="ED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5000" y="4914900"/>
            <a:ext cx="7112000" cy="469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複雑な学習器の必要性を主張しない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8000" y="5702300"/>
            <a:ext cx="11176000" cy="546100"/>
          </a:xfrm>
          <a:prstGeom prst="rect">
            <a:avLst/>
          </a:prstGeom>
          <a:solidFill>
            <a:srgbClr val="E7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" y="5816600"/>
            <a:ext cx="107950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提案機構 + 比較基盤 + 条件付きの知見。新規性は、実証して成立させる。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14 / 原典と記録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出典と、確認した範囲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青緑の題名から原典へ移動できる。既存研究の性能再現は未完了。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確認日：2026-10-20｜追加候補・版・未確認事項は docs/related_work_matrix.md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1463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S1  研究のアプローチ・貢献・反証条件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5146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自分たちの設計仕様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9464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S2 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3147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ICLR 2025／本文・固定コードの一部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7465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S3  MaAS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1148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ICML 2025／本文・固定コードの一部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5466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S4  Puppeteer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9149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NeurIPS 2025／著者原稿・固定コードの一部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53467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6"/>
              </a:rPr>
              <a:t>S5  Asynchronous Partial Overlay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57150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JAIR 2006／原論文・改良論文の一部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266700"/>
            <a:ext cx="1016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84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</a:rPr>
              <a:t>15 / 原典と記録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85800"/>
            <a:ext cx="11176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7304D"/>
                </a:solidFill>
                <a:latin typeface="Arial Unicode MS"/>
                <a:ea typeface="Arial Unicode MS"/>
                <a:cs typeface="Arial Unicode MS"/>
              </a:rPr>
              <a:t>出典と、確認した範囲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384300"/>
            <a:ext cx="111760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44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青緑の題名から原典へ移動できる。既存研究の性能再現は未完了。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8000" y="6375400"/>
            <a:ext cx="11176000" cy="0"/>
          </a:xfrm>
          <a:prstGeom prst="line">
            <a:avLst/>
          </a:prstGeom>
          <a:ln w="228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8000" y="6489700"/>
            <a:ext cx="103124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確認日：2026-10-20｜追加候補・版・未確認事項は docs/related_work_matrix.md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77000"/>
            <a:ext cx="762000" cy="266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1463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2"/>
              </a:rPr>
              <a:t>S6  AgentGraph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5146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AAAI 2026 Demonstration Track／掲載3ページ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29464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3"/>
              </a:rPr>
              <a:t>S7  WinnowRAG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3147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EMNLP 2025／掲載概要・書誌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7465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4"/>
              </a:rPr>
              <a:t>S8  Calibration Is Not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000" y="41148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著者公開原稿／正式採録未確認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000" y="45466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5"/>
              </a:rPr>
              <a:t>S9  P3・P5の観察と限界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49149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自分たちの開発実験／各条件1試行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000" y="5346700"/>
            <a:ext cx="11112500" cy="393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8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F8C"/>
                </a:solidFill>
                <a:latin typeface="Arial Unicode MS"/>
                <a:ea typeface="Arial Unicode MS"/>
                <a:cs typeface="Arial Unicode MS"/>
                <a:hlinkClick r:id="rId6"/>
              </a:rPr>
              <a:t>S10  E1の介入・保存復元仕様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5715000"/>
            <a:ext cx="111125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12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17084"/>
                </a:solidFill>
                <a:latin typeface="Arial Unicode MS"/>
                <a:ea typeface="Arial Unicode MS"/>
                <a:cs typeface="Arial Unicode MS"/>
              </a:rPr>
              <a:t>設計と契約検査／LLMによる四条件比較は未実施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AIハーネス研究 中間報告 2026-10-20</dc:title>
  <dc:subject>目的・アーキテクチャ・実験・考察・今後の検証</dc:subject>
  <dc:creator>AIハーネス研究</dc:creator>
  <cp:keywords>開発観察;総トークン;オーケストレーション;未検証の仮説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