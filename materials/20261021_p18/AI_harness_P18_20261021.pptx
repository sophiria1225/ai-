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取得できても、成果物へ全件を反映できない例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固定した基準を、未使用の４開発課題へ適用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成功例と失敗例、全費用を残す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予算の上限と、実際に使った量を分ける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操作予算の不足と、取得後の欠落は別の問題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通常の計算コードで解消するか、先に測る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18_findings.md" TargetMode="External"/><Relationship Id="rId3" Type="http://schemas.openxmlformats.org/officeDocument/2006/relationships/hyperlink" Target="https://github.com/sophiria1225/AI-/blob/main/reports/P18_public_evidence_diagnosis.json" TargetMode="External"/><Relationship Id="rId4" Type="http://schemas.openxmlformats.org/officeDocument/2006/relationships/hyperlink" Target="https://github.com/sophiria1225/AI-/blob/main/docs/letter_four_page_update_20261021.md" TargetMode="External"/><Relationship Id="rId5" Type="http://schemas.openxmlformats.org/officeDocument/2006/relationships/hyperlink" Target="https://github.com/sophiria1225/AI-/blob/main/docs/P18_interpretation_plan.md" TargetMode="Externa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取得できても、成果物へ全件を反映できない例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2026-10-21｜追加４開発課題・全履歴・各１seed｜新方式の効果・一般発生率は未確定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146300"/>
            <a:ext cx="111760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72曲の情報は取得済み。</a:t>
            </a:r>
          </a:p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書出は71曲で、読み返した後も完了と判断。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771900"/>
            <a:ext cx="11176000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全履歴基準は４課題中２件成功。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49生成、1,017,215トークン、187 API、使用量不明０。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別の１失敗はAPI上限で終了し、原因候補を分けた。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自然な欠落は観測できた。ただし、新規性や改善効果を示す結果ではない。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目的と実験アーキテクチャ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固定した基準を、未使用の４開発課題へ適用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P11と同じ条件。モデル・予算・方式を実行中に変更しない。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2026-10-21｜追加４開発課題・全履歴・各１seed｜新方式の効果・一般発生率は未確定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86000"/>
            <a:ext cx="3175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4130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課題の事前選定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844800"/>
            <a:ext cx="2870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要求を読む前にID順で固定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0" y="2286000"/>
            <a:ext cx="3175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3900" y="24130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同じ単一エージェント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2844800"/>
            <a:ext cx="2870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全履歴・64K・公開API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5000" y="2286000"/>
            <a:ext cx="3429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7400" y="2413000"/>
            <a:ext cx="3124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模擬環境の最終状態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400" y="2844800"/>
            <a:ext cx="3124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全件終了後に独立評価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3000" y="2908300"/>
            <a:ext cx="6731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56500" y="2908300"/>
            <a:ext cx="6731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1500" y="4178300"/>
            <a:ext cx="11049000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各課題：45万トークン・80生成・80 API・30分。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操作・観測・予算・成果物を保存し、送信と未送信を区別。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終了後に公開観測から分析。隠し正解を次の方式へ渡さない。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研究の目的：情報保持と実行の構成が、最終品質と総費用に与える効果を切り分ける。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全４件の結果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成功例と失敗例、全費用を残す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課題が異なるP11との成功率差を、方式変更の効果とは呼ばない。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2026-10-21｜追加４開発課題・全履歴・各１seed｜新方式の効果・一般発生率は未確定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97100"/>
            <a:ext cx="3543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24100"/>
            <a:ext cx="3302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4000" y="2197100"/>
            <a:ext cx="3416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2324100"/>
            <a:ext cx="317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結果・終了条件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3000" y="2197100"/>
            <a:ext cx="24638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0" y="2324100"/>
            <a:ext cx="222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総トークン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9500" y="2197100"/>
            <a:ext cx="17018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96500" y="23241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送信API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2768600"/>
            <a:ext cx="3543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2895600"/>
            <a:ext cx="3302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01：写真整理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0" y="2768600"/>
            <a:ext cx="3416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1000" y="2895600"/>
            <a:ext cx="317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失敗・API上限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3000" y="2768600"/>
            <a:ext cx="2463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0" y="2895600"/>
            <a:ext cx="222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294,726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9500" y="2768600"/>
            <a:ext cx="1701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6500" y="28956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3340100"/>
            <a:ext cx="3543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3467100"/>
            <a:ext cx="3302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02：割り勘の依頼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4000" y="3340100"/>
            <a:ext cx="3416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91000" y="3467100"/>
            <a:ext cx="317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成功・完了宣言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3000" y="3340100"/>
            <a:ext cx="2463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0" y="3467100"/>
            <a:ext cx="222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297,442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9500" y="3340100"/>
            <a:ext cx="1701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6500" y="34671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911600"/>
            <a:ext cx="3543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038600"/>
            <a:ext cx="3302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03：誤請求の返金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4000" y="3911600"/>
            <a:ext cx="3416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1000" y="4038600"/>
            <a:ext cx="317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成功・完了宣言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911600"/>
            <a:ext cx="2463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0" y="4038600"/>
            <a:ext cx="222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67,858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9500" y="3911600"/>
            <a:ext cx="1701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6500" y="40386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8000" y="4483100"/>
            <a:ext cx="3543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0" y="4610100"/>
            <a:ext cx="3302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04：曲一覧の書出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4000" y="4483100"/>
            <a:ext cx="3416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91000" y="4610100"/>
            <a:ext cx="317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失敗・完了宣言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4483100"/>
            <a:ext cx="2463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20000" y="4610100"/>
            <a:ext cx="222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357,189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69500" y="4483100"/>
            <a:ext cx="1701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96500" y="46101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8000" y="5054600"/>
            <a:ext cx="3543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000" y="5181600"/>
            <a:ext cx="3302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合計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4000" y="5054600"/>
            <a:ext cx="3416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91000" y="5181600"/>
            <a:ext cx="317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 / 4 成功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3000" y="5054600"/>
            <a:ext cx="2463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0000" y="5181600"/>
            <a:ext cx="222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1,017,215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9500" y="5054600"/>
            <a:ext cx="1701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96500" y="51816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" y="5803900"/>
            <a:ext cx="110490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原要求・送信・使用量・保存境界の監査不一致０。</a:t>
            </a:r>
          </a:p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完了宣言は最終成功ではない。部分合格を成功件数へ加算しない。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資源使用量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予算の上限と、実際に使った量を分ける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入力・出力・調整を含む。破線は各課題の上限。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2026-10-21｜追加４開発課題・全履歴・各１seed｜新方式の効果・一般発生率は未確定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9" name="Picture 8" descr="native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20900"/>
            <a:ext cx="114300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観測された失敗と限界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操作予算の不足と、取得後の欠落は別の問題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2026-10-21｜追加４開発課題・全履歴・各１seed｜新方式の効果・一般発生率は未確定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1209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21209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3241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01：個別処理の途中で上限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31115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42ファイルを読み、27件の移動を送信。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42件の個別読取＋個別移動だけで84 API。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今回は80 APIで停止した。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ただし、別手順も含めた最小費用を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証明したわけではない。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0" y="21209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0" y="21209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8600" y="23241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04：元の情報とCSVを照合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31115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元の和集合は72 ID。必要な情報も72件。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CSVは71行で、１件欠落・余分な行０。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ファイルの再読後も模擬アカウントを終了。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分析者の集合照合であり、自律的な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新しい検証器の実績ではない。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全履歴でも残る現象。ただし１例から一般発生率や内部の判断原因までは決めない。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次の比較と論文の目標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通常の計算コードで解消するか、先に測る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投稿原稿は２段組４ページ。10/23主要実験・あらまし、10/31投稿完了が目標。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2026-10-21｜追加４開発課題・全履歴・各１seed｜新方式の効果・一般発生率は未確定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108200"/>
            <a:ext cx="11049000" cy="15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次の比較：同じ取得済み情報から、直接CSVを書く／計算コードで書く。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集合演算・変数・コード実行は既存技術。導入だけを独自性に数えない。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その対照でも残る問題があれば、追加機構と検証できる差を定義する。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現時点で新方式の新規性・有効性は未確定。確認用12シナリオは未閲覧。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894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P18：全結果・次の比較・採らない案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847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公開観測だけによる集合照合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0800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４ページの原稿構成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753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既存のコード処理を先に比べる理由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P18：全履歴でも残る取得後の欠落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