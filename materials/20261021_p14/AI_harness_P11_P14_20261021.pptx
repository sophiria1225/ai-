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何を作り、何が分かり、何を論文で問うか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研究対象は、モデルの外側の情報・実行境界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同じ４課題、同じモデル、同じ打ち切り条件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失敗と使用量不明を含めた４条件の比較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短い入力と、仕事全体の低費用は同じではない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台帳を作る費用と、履歴を落とす効果を分ける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既存方式をつないだ比較から、独自性はまだ言えない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狙う差は、誤完了の抑制と修復情報の両立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同じ拒否要求を、記憶と修復へ分けて渡す候補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今週に実験とあらまし、月末までに投稿を完了する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数値、選定理由、棄却条件をGitHubから確認できる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14_findings.md" TargetMode="External"/><Relationship Id="rId3" Type="http://schemas.openxmlformats.org/officeDocument/2006/relationships/hyperlink" Target="https://github.com/sophiria1225/AI-/blob/main/docs/letter_mechanism_review_20261021.md" TargetMode="External"/><Relationship Id="rId4" Type="http://schemas.openxmlformats.org/officeDocument/2006/relationships/hyperlink" Target="https://github.com/sophiria1225/AI-/blob/main/docs/experiments/P16_event_view_probe.md" TargetMode="External"/><Relationship Id="rId5" Type="http://schemas.openxmlformats.org/officeDocument/2006/relationships/hyperlink" Target="https://github.com/sophiria1225/AI-/blob/main/docs/letter_october2026_plan.md" TargetMode="External"/><Relationship Id="rId6" Type="http://schemas.openxmlformats.org/officeDocument/2006/relationships/hyperlink" Target="https://github.com/sophiria1225/AI-/blob/main/papers/202610_letter/draft_status.json" TargetMode="Externa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P11–P14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何を作り、何が分かり、何を論文で問うか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68500"/>
            <a:ext cx="11176000" cy="1397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AIの作業状態を、後の担当へ</a:t>
            </a:r>
          </a:p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正しく、少ない費用で渡したい。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632200"/>
            <a:ext cx="11176000" cy="149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通常台帳までの４条件比較を完了。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今月末の２ページレターに向け、問題を一つに絞る。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次の問い：未実行の要求を、記憶と修復へどう渡すか。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今回の結果は既存方式の開発比較。次の機構の有効性は、これから判定する。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研究対象は、モデルの外側の情報・実行境界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共通モデル、共通ツール、独立評価。保持と引き継ぎの仕組みを操作する。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749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要求・公開API仕様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067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正解・追加評価は隔離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247900"/>
            <a:ext cx="3556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400" y="23749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実行役のLLM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806700"/>
            <a:ext cx="3251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調査・操作・完了判断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0" y="2247900"/>
            <a:ext cx="3048000" cy="1143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8400" y="23749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実行器 → 模擬環境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8400" y="2806700"/>
            <a:ext cx="2743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引数検査・送信・返却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6000" y="28194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4000" y="28194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18000" y="4178300"/>
            <a:ext cx="3556000" cy="12192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0400" y="43053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後続へ渡す作業状態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4737100"/>
            <a:ext cx="32512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全履歴／直近／生成記憶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0" y="4178300"/>
            <a:ext cx="3048000" cy="1219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8400" y="43053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原記録・保存点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8400" y="4737100"/>
            <a:ext cx="27432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根拠・送信状態・総費用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178300"/>
            <a:ext cx="3048000" cy="1219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3053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終了後の独立評価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4737100"/>
            <a:ext cx="27432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最終状態を別に検査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60000" y="3390900"/>
            <a:ext cx="0" cy="762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899400" y="47879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096000" y="3416300"/>
            <a:ext cx="0" cy="762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60000" y="5397500"/>
            <a:ext cx="0" cy="16510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032000" y="5562600"/>
            <a:ext cx="8128000" cy="0"/>
          </a:xfrm>
          <a:prstGeom prst="line">
            <a:avLst/>
          </a:prstGeom>
          <a:ln w="22860">
            <a:solidFill>
              <a:srgbClr val="61708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032000" y="5422900"/>
            <a:ext cx="0" cy="139700"/>
          </a:xfrm>
          <a:prstGeom prst="line">
            <a:avLst/>
          </a:prstGeom>
          <a:ln w="22860">
            <a:solidFill>
              <a:srgbClr val="61708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目標：最終品質を保つ費用削減。台帳の形式適合や参照IDだけで正しさを保証しない。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比較設計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同じ４課題、同じモデル、同じ打ち切り条件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各課題45万総トークン・30分・80 LLM呼出・80 API要求。M3、単一スロット。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59000"/>
            <a:ext cx="25273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86000"/>
            <a:ext cx="2286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0" y="2159000"/>
            <a:ext cx="45593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5000" y="22860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保持するもの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2159000"/>
            <a:ext cx="40513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0" y="2286000"/>
            <a:ext cx="3810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費用に含むもの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19400"/>
            <a:ext cx="2527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46400"/>
            <a:ext cx="2286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 P11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8000" y="2819400"/>
            <a:ext cx="4559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5000" y="29464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元の応答・観測を保持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0" y="2819400"/>
            <a:ext cx="4051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0" y="2946400"/>
            <a:ext cx="3810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過去の履歴の再入力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79800"/>
            <a:ext cx="2527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606800"/>
            <a:ext cx="2286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直近履歴 P12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8000" y="3479800"/>
            <a:ext cx="4559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5000" y="36068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4K目安・元の応答単位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0" y="3479800"/>
            <a:ext cx="4051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7000" y="3606800"/>
            <a:ext cx="3810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原文再読・再取得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140200"/>
            <a:ext cx="2527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67200"/>
            <a:ext cx="2286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FOCUS適合版 P13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8000" y="4140200"/>
            <a:ext cx="4559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5000" y="42672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計画引用＋保持の救済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4140200"/>
            <a:ext cx="4051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7000" y="4267200"/>
            <a:ext cx="3810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草案生成・無効提出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800600"/>
            <a:ext cx="2527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927600"/>
            <a:ext cx="2286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通常台帳 P14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8000" y="4800600"/>
            <a:ext cx="4559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5000" y="49276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出典付き項目＋直近履歴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0" y="4800600"/>
            <a:ext cx="4051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7000" y="4927600"/>
            <a:ext cx="3810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台帳生成・無効提出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P14は一般的なLLM生成台帳。論文「Ledger」の決定的な実行状態方式とは異なる。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全体結果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失敗と使用量不明を含めた４条件の比較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４件・１試行なので、方式の一般的な優劣や品質同等性の証明ではない。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25908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2349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1500" y="2209800"/>
            <a:ext cx="1257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8500" y="2336800"/>
            <a:ext cx="101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2209800"/>
            <a:ext cx="3162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8500" y="2336800"/>
            <a:ext cx="292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既知総トークン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56500" y="2209800"/>
            <a:ext cx="15748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3500" y="2336800"/>
            <a:ext cx="1333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呼出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09800"/>
            <a:ext cx="2527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1000" y="2336800"/>
            <a:ext cx="228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不明使用量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2857500"/>
            <a:ext cx="2590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2984500"/>
            <a:ext cx="2349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全履歴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1500" y="2857500"/>
            <a:ext cx="125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8500" y="2984500"/>
            <a:ext cx="101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1500" y="2857500"/>
            <a:ext cx="3162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8500" y="2984500"/>
            <a:ext cx="292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440,355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6500" y="2857500"/>
            <a:ext cx="1574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3500" y="2984500"/>
            <a:ext cx="1333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857500"/>
            <a:ext cx="252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1000" y="2984500"/>
            <a:ext cx="228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3505200"/>
            <a:ext cx="2590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632200"/>
            <a:ext cx="2349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直近履歴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11500" y="3505200"/>
            <a:ext cx="125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8500" y="3632200"/>
            <a:ext cx="101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3/4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1500" y="3505200"/>
            <a:ext cx="3162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8500" y="3632200"/>
            <a:ext cx="292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627,363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6500" y="3505200"/>
            <a:ext cx="1574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3500" y="3632200"/>
            <a:ext cx="1333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505200"/>
            <a:ext cx="252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1000" y="3632200"/>
            <a:ext cx="228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4152900"/>
            <a:ext cx="2590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4279900"/>
            <a:ext cx="2349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FOCUS適合版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11500" y="4152900"/>
            <a:ext cx="125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38500" y="4279900"/>
            <a:ext cx="101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1500" y="4152900"/>
            <a:ext cx="3162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8500" y="4279900"/>
            <a:ext cx="292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≥467,047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6500" y="4152900"/>
            <a:ext cx="1574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3500" y="4279900"/>
            <a:ext cx="1333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152900"/>
            <a:ext cx="252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1000" y="4279900"/>
            <a:ext cx="228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4800600"/>
            <a:ext cx="2590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4927600"/>
            <a:ext cx="2349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通常台帳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11500" y="4800600"/>
            <a:ext cx="125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38500" y="4927600"/>
            <a:ext cx="101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1500" y="4800600"/>
            <a:ext cx="3162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8500" y="4927600"/>
            <a:ext cx="292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≥483,251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56500" y="4800600"/>
            <a:ext cx="1574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3500" y="4927600"/>
            <a:ext cx="1333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0" y="4800600"/>
            <a:ext cx="252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71000" y="4927600"/>
            <a:ext cx="228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全担当・制御の費用を合計。実行役だけの削減を、そのままシステムの節約としない。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グラフ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短い入力と、仕事全体の低費用は同じではない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保持生成・再取得・時間切れを含む。時間は独立評価を除く。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9" name="Picture 8" descr="cohort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95500"/>
            <a:ext cx="11176000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9563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P13の別途中中断：既知52,285＋使用量不明１件。上図の完了４試行とは別に保存。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台帳の内訳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台帳を作る費用と、履歴を落とす効果を分ける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適合した台帳の項目が、意味的にもすべて正しいと判定したものではない。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10033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74900"/>
            <a:ext cx="76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2247900"/>
            <a:ext cx="12573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1000" y="2374900"/>
            <a:ext cx="10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4000" y="2247900"/>
            <a:ext cx="2971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1000" y="237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更新 適合/不正/中断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78500" y="2247900"/>
            <a:ext cx="2971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0" y="237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台帳の既知費用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3000" y="2247900"/>
            <a:ext cx="29083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0000" y="2374900"/>
            <a:ext cx="266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削除した更新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2882900"/>
            <a:ext cx="1003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9900"/>
            <a:ext cx="76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0" y="2882900"/>
            <a:ext cx="1257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51000" y="3009900"/>
            <a:ext cx="10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4000" y="2882900"/>
            <a:ext cx="2971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1000" y="3009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4/0/1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8500" y="2882900"/>
            <a:ext cx="2971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05500" y="3009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71,747＋不明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63000" y="2882900"/>
            <a:ext cx="2908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0" y="3009900"/>
            <a:ext cx="266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3517900"/>
            <a:ext cx="1003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644900"/>
            <a:ext cx="76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4000" y="3517900"/>
            <a:ext cx="1257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1000" y="3644900"/>
            <a:ext cx="10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4000" y="3517900"/>
            <a:ext cx="2971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1000" y="364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2/1/0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78500" y="3517900"/>
            <a:ext cx="2971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5500" y="364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40,406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63000" y="3517900"/>
            <a:ext cx="2908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0000" y="3644900"/>
            <a:ext cx="266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4152900"/>
            <a:ext cx="1003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4279900"/>
            <a:ext cx="76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24000" y="4152900"/>
            <a:ext cx="1257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51000" y="4279900"/>
            <a:ext cx="10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94000" y="4152900"/>
            <a:ext cx="2971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1000" y="4279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1/2/1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8500" y="4152900"/>
            <a:ext cx="2971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05500" y="4279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62,548＋不明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63000" y="4152900"/>
            <a:ext cx="2908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0000" y="4279900"/>
            <a:ext cx="266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4787900"/>
            <a:ext cx="1003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4914900"/>
            <a:ext cx="76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24000" y="4787900"/>
            <a:ext cx="1257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51000" y="4914900"/>
            <a:ext cx="10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94000" y="4787900"/>
            <a:ext cx="2971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1000" y="491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0/1/0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78500" y="4787900"/>
            <a:ext cx="2971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05500" y="4914900"/>
            <a:ext cx="2730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11,195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63000" y="4787900"/>
            <a:ext cx="2908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90000" y="4914900"/>
            <a:ext cx="2667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台帳生成：既知185,896トークン。無効な提出は原履歴を維持し、費用は算入。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考察と限界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既存方式をつないだ比較から、独自性はまだ言えない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タイムアウト、形式不備、履歴の変化、単一スロットの再入力が混在する。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5334000" cy="322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09800"/>
            <a:ext cx="50800" cy="3225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130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今回、確認できたこと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00400"/>
            <a:ext cx="48768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共通接続と全費用の監査。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通常台帳で原履歴の削除が発生。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保存点・最終状態との対応を検査。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失敗を含む比較と具体的な制約。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2209800"/>
            <a:ext cx="5334000" cy="322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0" y="2209800"/>
            <a:ext cx="50800" cy="3225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4130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これだけでは言えないこと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0" y="3200400"/>
            <a:ext cx="48768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生成台帳は一般に劣るという結論。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要約が唯一の失敗原因であること。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大規模タスクや別モデルへの一般化。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新規アルゴリズムの有効性。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この４件の結果を、提案方式の本評価へ流用して成功としない。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新規性の候補と先行研究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狙う差は、誤完了の抑制と修復情報の両立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一般的な状態タグ・出典管理・用途別の記憶アクセスは、既に研究されている。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84400"/>
            <a:ext cx="3289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11400"/>
            <a:ext cx="3048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近接研究／単純な対策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0" y="2184400"/>
            <a:ext cx="7861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7000" y="2311400"/>
            <a:ext cx="762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既にある点・今回確かめる点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857500"/>
            <a:ext cx="3289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984500"/>
            <a:ext cx="3048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HaluMem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0000" y="2857500"/>
            <a:ext cx="7861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7000" y="2984500"/>
            <a:ext cx="762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記憶の幻覚・未確認情報の評価が既存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530600"/>
            <a:ext cx="3289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657600"/>
            <a:ext cx="3048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Ledger / Cordon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0" y="3530600"/>
            <a:ext cx="7861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7000" y="3657600"/>
            <a:ext cx="762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観測と試行済み要求、実行境界の管理が既存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203700"/>
            <a:ext cx="3289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330700"/>
            <a:ext cx="3048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MemTX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0" y="4203700"/>
            <a:ext cx="7861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7000" y="4330700"/>
            <a:ext cx="762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用途や状態に応じた読み分けも既存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876800"/>
            <a:ext cx="3289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003800"/>
            <a:ext cx="3048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今回の限定した問い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4876800"/>
            <a:ext cx="7861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7000" y="5003800"/>
            <a:ext cx="7620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拒否要求を隠す利益と、修復材料を失う損失を測る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追加価値が残るかは未確定。名称変更や部品の接続を新規性の根拠にしない。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08 / 次の制御実験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同じ拒否要求を、記憶と修復へ分けて渡す候補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図は提案候補。P16はまず記憶側24生成だけを測り、採否を判断する。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749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送信前に拒否した要求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067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実行器の送信０記録で確定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9000" y="22479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1400" y="23749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記憶更新への表示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1400" y="28067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拒否・参照IDを保持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9000" y="22479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1400" y="23749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修復への表示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1400" y="28067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未送信の原要求を参照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3000" y="2667000"/>
            <a:ext cx="990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83000" y="3111500"/>
            <a:ext cx="381000" cy="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4000" y="3111500"/>
            <a:ext cx="0" cy="69850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4000" y="3810000"/>
            <a:ext cx="6032500" cy="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096500" y="3543300"/>
            <a:ext cx="0" cy="2667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" y="4178300"/>
            <a:ext cx="11049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比較：元入力／未送信タグ／両用途から退避／用途別表示。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P16：４課題×記録通り・人工拒否×３表示＝24生成。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未知の引数による人工条件。自然な失敗率や仕事全体の成功率は測らない。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元入力で再現しない・タグで十分・修復損失がない場合は、追加機構の主張を見直す。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09 / 投稿までの成果物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今週に実験とあらまし、月末までに投稿を完了する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暫定投稿先：和文論文誌D・研究速報・人工知能（D140803 知識の共有・再利用）。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2527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2286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期限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0" y="2209800"/>
            <a:ext cx="8623300" cy="66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5000" y="2336800"/>
            <a:ext cx="8382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完成させるもの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882900"/>
            <a:ext cx="2527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3009900"/>
            <a:ext cx="2286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10/23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2882900"/>
            <a:ext cx="8623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5000" y="3009900"/>
            <a:ext cx="8382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限定実験の採否・主結果・あらまし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556000"/>
            <a:ext cx="2527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683000"/>
            <a:ext cx="2286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10/25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8000" y="3556000"/>
            <a:ext cx="8623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5000" y="3683000"/>
            <a:ext cx="8382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必要な追加確認・数値と主張の固定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229100"/>
            <a:ext cx="2527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356100"/>
            <a:ext cx="2286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10/29〜30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8000" y="4229100"/>
            <a:ext cx="8623300" cy="6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5000" y="4356100"/>
            <a:ext cx="8382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２段組２ページ原稿・図表・著者情報・最終点検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902200"/>
            <a:ext cx="2527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029200"/>
            <a:ext cx="2286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10/31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8000" y="4902200"/>
            <a:ext cx="8623300" cy="6604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5000" y="5029200"/>
            <a:ext cx="83820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投稿完了。採録日とは分けて管理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結果が裏づける範囲へ主張を絞る。改善率と新規性を先に決めてデータを合わせない。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10 / 根拠・詳細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数値、選定理由、棄却条件をGitHubから確認できる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原文、模擬認証値、モデル推論、評価正解は公開しない。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2026-10-21｜P11〜P14：４開発課題・各条件１試行｜新規性・一般的優位は未確定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479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４条件とP14の全結果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9337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機構候補と近接研究の重複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6195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P16の固定条件・採否基準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3053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投稿分野・期限・採用しなかった候補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991100"/>
            <a:ext cx="110490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あらまし・本文骨格の準備状況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AIハーネス研究 P14の区切りとレターの検証課題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