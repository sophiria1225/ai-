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品質を保って総トークンを減らすための検証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担当再編を前提にせず、必要な機構を選び直す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記憶の更新と、環境で実際に行った操作を分離する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少数の開発課題で、方式を校正する段階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成功と費用を同時に見る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記憶を小さくする判断にも計算が必要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失敗したという事実だけでは、原因は決まらない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情報を捨てる前に、実行基盤の無駄を測る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異なる原因を、別の実験で切り分ける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既存方式をつないだだけで終えないための判定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実験条件・結果・理由をGitHubからたどれる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ophiria1225/AI-/blob/main/docs/experiments/P6_context_preservation.md" TargetMode="External"/><Relationship Id="rId3" Type="http://schemas.openxmlformats.org/officeDocument/2006/relationships/hyperlink" Target="https://github.com/sophiria1225/AI-/blob/main/docs/P6_findings.md" TargetMode="External"/><Relationship Id="rId4" Type="http://schemas.openxmlformats.org/officeDocument/2006/relationships/hyperlink" Target="https://github.com/sophiria1225/AI-/blob/main/docs/P6_ledger_diagnosis.md" TargetMode="External"/><Relationship Id="rId5" Type="http://schemas.openxmlformats.org/officeDocument/2006/relationships/hyperlink" Target="https://github.com/sophiria1225/AI-/blob/main/docs/P6_task2_runtime_diagnosis.md" TargetMode="External"/><Relationship Id="rId6" Type="http://schemas.openxmlformats.org/officeDocument/2006/relationships/hyperlink" Target="https://github.com/sophiria1225/AI-/blob/main/docs/technical_core_review_20261021.md" TargetMode="Externa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RESEARCH CHECKPOINT / P6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品質を保って総トークンを減らすための検証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2026-10-21｜P6導入比較の区切り｜新規性・品質維持は未確定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841500"/>
            <a:ext cx="11176000" cy="1397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92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独自手法を決める前に、</a:t>
            </a:r>
          </a:p>
          <a:p>
            <a:pPr>
              <a:lnSpc>
                <a:spcPts val="4092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既存方式で起きた失敗の機構を確かめる。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3581400"/>
            <a:ext cx="10795000" cy="12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全履歴、先行研究に基づく保持方式、対象台帳を比較。</a:t>
            </a:r>
          </a:p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完了率だけでなく、実行情報の誤記憶と</a:t>
            </a:r>
          </a:p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保持判断・入力再処理の費用を分けて調べた。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得られたのは失敗条件と次の比較。新しいアルゴリズムはまだ選んでいない。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01 / 目的と現在の位置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担当再編を前提にせず、必要な機構を選び直す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目標：同じモデルで必要な品質を満たし、全入力＋出力トークンを減らす。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2026-10-21｜P6導入比較の区切り｜新規性・品質維持は未確定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09800"/>
            <a:ext cx="35560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209800"/>
            <a:ext cx="50800" cy="3175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4130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出発点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3200400"/>
            <a:ext cx="3098800" cy="200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大規模な仕事を分担し、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途中で仕事・状態を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引き継ぐ研究を検討。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既存方式との重複を確認。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0" y="2209800"/>
            <a:ext cx="35560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8000" y="2209800"/>
            <a:ext cx="50800" cy="3175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6600" y="24130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見直した理由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6600" y="3200400"/>
            <a:ext cx="3098800" cy="200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開発実験では担当間の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変更衝突を確認できず、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再編の固有利益を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裏づけられなかった。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0" y="2209800"/>
            <a:ext cx="35560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0" y="2209800"/>
            <a:ext cx="50800" cy="3175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6600" y="24130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現在の検証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600" y="3200400"/>
            <a:ext cx="3098800" cy="200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情報をどう保持・更新し、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行動へ渡すかを比較。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既存の単純方式で足りる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可能性も検証する。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モデルの外側にある情報・状態・実行制御が対象。ハーネス研究として継続する。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02 / 実装した構成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記憶の更新と、環境で実際に行った操作を分離する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同じモデル・公開ツール・予算で、作業用の記憶だけを切り替える。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2026-10-21｜P6導入比較の区切り｜新規性・品質維持は未確定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22500"/>
            <a:ext cx="3048000" cy="1143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2349500"/>
            <a:ext cx="274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公開の要求・API文書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781300"/>
            <a:ext cx="2743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正解・独立評価は渡さない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8000" y="2222500"/>
            <a:ext cx="3556000" cy="1143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0400" y="2349500"/>
            <a:ext cx="3251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作業役のLLM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0400" y="2781300"/>
            <a:ext cx="3251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調査・判断・API要求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36000" y="2222500"/>
            <a:ext cx="3048000" cy="1143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88400" y="2349500"/>
            <a:ext cx="274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模擬アプリ環境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8400" y="2781300"/>
            <a:ext cx="2743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順序付きの実行と観測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56000" y="2794000"/>
            <a:ext cx="736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74000" y="2794000"/>
            <a:ext cx="736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318000" y="4127500"/>
            <a:ext cx="3556000" cy="1270000"/>
          </a:xfrm>
          <a:prstGeom prst="rect">
            <a:avLst/>
          </a:prstGeom>
          <a:solidFill>
            <a:srgbClr val="FBF1DF"/>
          </a:solidFill>
          <a:ln w="15240">
            <a:solidFill>
              <a:srgbClr val="B67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0400" y="4254500"/>
            <a:ext cx="3251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作業用の記憶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0400" y="4686300"/>
            <a:ext cx="3251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全履歴／FOCUS再実装／台帳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36000" y="4127500"/>
            <a:ext cx="30480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88400" y="4254500"/>
            <a:ext cx="274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変更しない原記録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8400" y="4686300"/>
            <a:ext cx="2743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入力・操作・結果・費用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8000" y="4127500"/>
            <a:ext cx="30480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400" y="4254500"/>
            <a:ext cx="274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終了後の独立評価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400" y="4686300"/>
            <a:ext cx="2743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最終状態の成否のみ集計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160000" y="3365500"/>
            <a:ext cx="0" cy="7366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899400" y="4762500"/>
            <a:ext cx="736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096000" y="3390900"/>
            <a:ext cx="0" cy="7366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684000" y="2794000"/>
            <a:ext cx="254000" cy="0"/>
          </a:xfrm>
          <a:prstGeom prst="line">
            <a:avLst/>
          </a:prstGeom>
          <a:ln w="22860">
            <a:solidFill>
              <a:srgbClr val="6170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938000" y="2794000"/>
            <a:ext cx="0" cy="2806700"/>
          </a:xfrm>
          <a:prstGeom prst="line">
            <a:avLst/>
          </a:prstGeom>
          <a:ln w="22860">
            <a:solidFill>
              <a:srgbClr val="6170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032000" y="5600700"/>
            <a:ext cx="9906000" cy="0"/>
          </a:xfrm>
          <a:prstGeom prst="line">
            <a:avLst/>
          </a:prstGeom>
          <a:ln w="22860">
            <a:solidFill>
              <a:srgbClr val="6170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032000" y="5422900"/>
            <a:ext cx="0" cy="177800"/>
          </a:xfrm>
          <a:prstGeom prst="line">
            <a:avLst/>
          </a:prstGeom>
          <a:ln w="22860">
            <a:solidFill>
              <a:srgbClr val="61708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記憶の生成文、操作の実行、最終タスク成功は、それぞれ別の記録で確認する。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03 / 実験条件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少数の開発課題で、方式を校正する段階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AppWorldの公開train入力から2課題を選択。各方式・各課題1回。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2026-10-21｜P6導入比較の区切り｜新規性・品質維持は未確定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84400"/>
            <a:ext cx="21463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11400"/>
            <a:ext cx="190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条件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7000" y="2184400"/>
            <a:ext cx="90043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94000" y="2311400"/>
            <a:ext cx="8763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固定した内容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2755900"/>
            <a:ext cx="2146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2882900"/>
            <a:ext cx="190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モデル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7000" y="2755900"/>
            <a:ext cx="9004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4000" y="2882900"/>
            <a:ext cx="8763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MiniMax M3 IQ4_XS・64K・KV q8_0・同じ推論基盤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3327400"/>
            <a:ext cx="2146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454400"/>
            <a:ext cx="190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全履歴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3327400"/>
            <a:ext cx="9004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94000" y="3454400"/>
            <a:ext cx="8763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原記録を全て作業用入力へ。過去の参照も可能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898900"/>
            <a:ext cx="2146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4025900"/>
            <a:ext cx="190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FOCUS再実装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7000" y="3898900"/>
            <a:ext cx="9004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94000" y="4025900"/>
            <a:ext cx="8763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将来計画の参照＋防御的保持。原著者の性能再現ではない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4470400"/>
            <a:ext cx="2146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4597400"/>
            <a:ext cx="190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対象台帳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67000" y="4470400"/>
            <a:ext cx="9004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94000" y="4597400"/>
            <a:ext cx="8763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対象・条件・進捗・根拠IDを更新。意味の正しさは未保証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000" y="5041900"/>
            <a:ext cx="2146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0" y="5168900"/>
            <a:ext cx="190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共通上限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67000" y="5041900"/>
            <a:ext cx="9004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94000" y="5168900"/>
            <a:ext cx="8763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80呼び出し・45万トークン・30分・出力4,096／回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全担当・記憶生成・再読込を計上。大規模本実験や一般化の証明とは区別する。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04 / 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成功と費用を同時に見る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費用不明の中断呼び出しは0とせず、「＋不明」として残す。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2026-10-21｜P6導入比較の区切り｜新規性・品質維持は未確定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33600"/>
            <a:ext cx="812800" cy="4699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2606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14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課題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2133600"/>
            <a:ext cx="2400300" cy="4699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0500" y="2260600"/>
            <a:ext cx="2159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14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方式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6500" y="2133600"/>
            <a:ext cx="812800" cy="4699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73500" y="22606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14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呼出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133600"/>
            <a:ext cx="2781300" cy="4699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9000" y="2260600"/>
            <a:ext cx="2540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14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既知トークン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6000" y="2133600"/>
            <a:ext cx="1257300" cy="4699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3000" y="2260600"/>
            <a:ext cx="1016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14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評価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36000" y="2133600"/>
            <a:ext cx="3035300" cy="4699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63000" y="2260600"/>
            <a:ext cx="2794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14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停止理由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2616200"/>
            <a:ext cx="812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27432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33500" y="2616200"/>
            <a:ext cx="24003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0500" y="2743200"/>
            <a:ext cx="2159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全履歴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6500" y="2616200"/>
            <a:ext cx="812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73500" y="27432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616200"/>
            <a:ext cx="27813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9000" y="2743200"/>
            <a:ext cx="2540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86,742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6000" y="2616200"/>
            <a:ext cx="12573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3000" y="2743200"/>
            <a:ext cx="1016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36000" y="2616200"/>
            <a:ext cx="30353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63000" y="2743200"/>
            <a:ext cx="2794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完了宣言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3098800"/>
            <a:ext cx="812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32258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33500" y="3098800"/>
            <a:ext cx="24003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60500" y="3225800"/>
            <a:ext cx="2159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FOCUS再実装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6500" y="3098800"/>
            <a:ext cx="812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73500" y="32258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3098800"/>
            <a:ext cx="27813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99000" y="3225800"/>
            <a:ext cx="2540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132,124＋不明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6000" y="3098800"/>
            <a:ext cx="12573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3000" y="3225800"/>
            <a:ext cx="1016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36000" y="3098800"/>
            <a:ext cx="30353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63000" y="3225800"/>
            <a:ext cx="2794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時間上限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8000" y="3581400"/>
            <a:ext cx="812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00" y="37084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33500" y="3581400"/>
            <a:ext cx="24003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60500" y="3708400"/>
            <a:ext cx="2159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対象台帳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6500" y="3581400"/>
            <a:ext cx="812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73500" y="37084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3581400"/>
            <a:ext cx="27813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99000" y="3708400"/>
            <a:ext cx="2540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76,902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66000" y="3581400"/>
            <a:ext cx="12573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93000" y="3708400"/>
            <a:ext cx="1016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36000" y="3581400"/>
            <a:ext cx="30353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63000" y="3708400"/>
            <a:ext cx="2794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完了宣言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8000" y="4064000"/>
            <a:ext cx="812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000" y="41910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33500" y="4064000"/>
            <a:ext cx="24003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60500" y="4191000"/>
            <a:ext cx="2159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対象台帳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6500" y="4064000"/>
            <a:ext cx="812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73500" y="41910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0" y="4064000"/>
            <a:ext cx="27813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99000" y="4191000"/>
            <a:ext cx="2540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151,130＋不明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66000" y="4064000"/>
            <a:ext cx="12573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3000" y="4191000"/>
            <a:ext cx="1016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36000" y="4064000"/>
            <a:ext cx="30353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63000" y="4191000"/>
            <a:ext cx="2794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時間上限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8000" y="4546600"/>
            <a:ext cx="812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5000" y="46736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33500" y="4546600"/>
            <a:ext cx="24003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60500" y="4673600"/>
            <a:ext cx="2159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全履歴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6500" y="4546600"/>
            <a:ext cx="812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873500" y="46736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0" y="4546600"/>
            <a:ext cx="27813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9000" y="4673600"/>
            <a:ext cx="2540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206,454＋不明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66000" y="4546600"/>
            <a:ext cx="12573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93000" y="4673600"/>
            <a:ext cx="1016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36000" y="4546600"/>
            <a:ext cx="30353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63000" y="4673600"/>
            <a:ext cx="2794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時間上限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8000" y="5029200"/>
            <a:ext cx="812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5000" y="51562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33500" y="5029200"/>
            <a:ext cx="24003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460500" y="5156200"/>
            <a:ext cx="2159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FOCUS再実装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746500" y="5029200"/>
            <a:ext cx="812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873500" y="51562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0" y="5029200"/>
            <a:ext cx="27813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699000" y="5156200"/>
            <a:ext cx="2540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134,168＋不明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66000" y="5029200"/>
            <a:ext cx="12573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493000" y="5156200"/>
            <a:ext cx="1016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636000" y="5029200"/>
            <a:ext cx="30353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763000" y="5156200"/>
            <a:ext cx="2794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時間上限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08000" y="57658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98500" y="58801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少ないトークンで失敗した結果を「品質を保った削減」とは呼ばない。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05 / 全役割の費用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記憶を小さくする判断にも計算が必要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記憶生成の費用を除かず、元の実行記録から集計。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2026-10-21｜P6導入比較の区切り｜新規性・品質維持は未確定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pic>
        <p:nvPicPr>
          <p:cNvPr id="9" name="Picture 8" descr="p6_all_c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120900"/>
            <a:ext cx="11176000" cy="3975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06 / 解釈を分ける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失敗したという事実だけでは、原因は決まらない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推論文の自己説明を、そのまま原因の証明に使わない。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2026-10-21｜P6導入比較の区切り｜新規性・品質維持は未確定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47900"/>
            <a:ext cx="35560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247900"/>
            <a:ext cx="50800" cy="32004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4511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保持判断の負担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3238500"/>
            <a:ext cx="3098800" cy="20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FOCUSの計8更新試行。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履歴を除いた記録は0回。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形式不備・生成上限・費用を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忘却の効果と混ぜない。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0" y="2247900"/>
            <a:ext cx="35560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8000" y="2247900"/>
            <a:ext cx="50800" cy="32004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6600" y="24511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台帳の誤った完了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6600" y="3238500"/>
            <a:ext cx="3098800" cy="20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課題1では送信されなかった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不正な操作を根拠に、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更新をdoneとした。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IDの存在だけでは不十分。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0" y="2247900"/>
            <a:ext cx="35560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0" y="2247900"/>
            <a:ext cx="50800" cy="32004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6600" y="24511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比較基盤の負担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600" y="3238500"/>
            <a:ext cx="3098800" cy="20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課題2の全履歴では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入力再処理に約20分。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台帳更新には約18分半。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同じ時間上限でも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費用の内訳が異なる。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いずれも少数例の観測。新機構の必要性は、単純な対照を超えるかで判断する。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07 / 第2課題の詳細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情報を捨てる前に、実行基盤の無駄を測る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中央は入力列の一致の測定。変更後の実時間と品質はまだ測っていない。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2026-10-21｜P6導入比較の区切り｜新規性・品質維持は未確定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pic>
        <p:nvPicPr>
          <p:cNvPr id="9" name="Picture 8" descr="p6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47900"/>
            <a:ext cx="114300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08 / 次の比較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異なる原因を、別の実験で切り分ける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P6終了後に順番に実行。以下は計画であり、この資料の結果には含めない。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2026-10-21｜P6導入比較の区切り｜新規性・品質維持は未確定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73300"/>
            <a:ext cx="2527300" cy="812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400300"/>
            <a:ext cx="2286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実験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8000" y="2273300"/>
            <a:ext cx="5321300" cy="812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5000" y="2400300"/>
            <a:ext cx="5080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変えるもの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82000" y="2273300"/>
            <a:ext cx="3289300" cy="812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9000" y="2400300"/>
            <a:ext cx="3048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測るもの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3098800"/>
            <a:ext cx="25273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225800"/>
            <a:ext cx="2286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P7：同じ記憶入力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8000" y="3098800"/>
            <a:ext cx="53213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5000" y="3225800"/>
            <a:ext cx="5080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原入力／未実行部分の退避／未実行記録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82000" y="3098800"/>
            <a:ext cx="32893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9000" y="3225800"/>
            <a:ext cx="3048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完了主張と公開の実行証拠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924300"/>
            <a:ext cx="2527300" cy="812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4051300"/>
            <a:ext cx="2286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P8：強いAPI基準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48000" y="3924300"/>
            <a:ext cx="5321300" cy="812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75000" y="4051300"/>
            <a:ext cx="5080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API別スキーマ・複数操作・公開探索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0" y="3924300"/>
            <a:ext cx="3289300" cy="812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9000" y="4051300"/>
            <a:ext cx="3048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最終状態・全費用・形式失敗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4749800"/>
            <a:ext cx="25273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00" y="4876800"/>
            <a:ext cx="2286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P9：同じ隣接入力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48000" y="4749800"/>
            <a:ext cx="53213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75000" y="4876800"/>
            <a:ext cx="5080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情報は保持し、入力配置だけ変更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82000" y="4749800"/>
            <a:ext cx="32893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9000" y="4876800"/>
            <a:ext cx="3048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入力再処理量と実時間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P7・P9は課題成功を測らない。P8は複数の変更を含み、単一要因の効果ではない。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09 / 何を成果にしたいか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既存方式をつないだだけで終えないための判定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現在の成果と、研究の完成時に必要な成果を分ける。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2026-10-21｜P6導入比較の区切り｜新規性・品質維持は未確定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86000"/>
            <a:ext cx="53340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286000"/>
            <a:ext cx="50800" cy="3175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4892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ここまでの成果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3276600"/>
            <a:ext cx="4876800" cy="200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再現可能な比較・全費用の記録。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誤完了の記憶、保持判断の負担、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入力再処理という原因候補の切り分け。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選ばなかった案と失敗も公開記録へ。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0" y="2286000"/>
            <a:ext cx="53340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0" y="2286000"/>
            <a:ext cx="50800" cy="3175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8600" y="24892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これから必要な成果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8600" y="3276600"/>
            <a:ext cx="4876800" cy="200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強い既存方式でも残る機構上の問題。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その問題を扱う具体的な更新・制御規則。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同じ予算で単純な対照を超える効果。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別課題・別モデルでの成立条件と限界。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単純な対策で足りれば独自機構を追加しない。次の結果から研究の中核を絞る。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10 / 出典と追跡先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実験条件・結果・理由をGitHubからたどれる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この資料の数値はP6終了時点の集計。完全な実行履歴・認証情報は公開しない。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2026-10-21｜P6導入比較の区切り｜新規性・品質維持は未確定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286000"/>
            <a:ext cx="11049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2"/>
              </a:rPr>
              <a:t>P6の条件と再実装の範囲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984500"/>
            <a:ext cx="11049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3"/>
              </a:rPr>
              <a:t>全6試行の結果と次の判断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683000"/>
            <a:ext cx="11049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4"/>
              </a:rPr>
              <a:t>台帳の誤完了と公開操作の再生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381500"/>
            <a:ext cx="11049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5"/>
              </a:rPr>
              <a:t>第2課題の費用・入力配置の診断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080000"/>
            <a:ext cx="11049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6"/>
              </a:rPr>
              <a:t>独自の技術的中核を選び直した理由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AIハーネス研究 P6結果と次の検証 2026-10-21</dc:title>
  <dc:subject>目的・アーキテクチャ・実験・考察・今後の検証</dc:subject>
  <dc:creator>AIハーネス研究</dc:creator>
  <cp:keywords>開発観察;総トークン;オーケストレーション;未検証の仮説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