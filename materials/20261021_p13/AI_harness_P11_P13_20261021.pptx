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情報を短くするだけで、仕事は安くなるか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短い入力の利益と、情報を失う負担を同時に測る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情報・操作・評価を分けるハーネス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基本接続・モデル・課題をそろえて保持だけを比較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不成功・不明費用も含めた4課題の比較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品質と費用を一緒に読む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実験を再開しても、元の支出を消さない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情報を取り直すことで、節約が逆転した例がある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保持する内容と、保持判断の実装費用を分ける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新規性は、既存部品の接続だけではまだ成立しない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校正を収束させ、大規模情報で必要性を確かめる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資料の数値から実験条件・選定理由へ戻れる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ophiria1225/AI-/blob/main/docs/P12_findings.md" TargetMode="External"/><Relationship Id="rId3" Type="http://schemas.openxmlformats.org/officeDocument/2006/relationships/hyperlink" Target="https://github.com/sophiria1225/AI-/blob/main/docs/P13_findings.md" TargetMode="External"/><Relationship Id="rId4" Type="http://schemas.openxmlformats.org/officeDocument/2006/relationships/hyperlink" Target="https://github.com/sophiria1225/AI-/blob/main/docs/P13_recovery.md" TargetMode="External"/><Relationship Id="rId5" Type="http://schemas.openxmlformats.org/officeDocument/2006/relationships/hyperlink" Target="https://github.com/sophiria1225/AI-/blob/main/docs/technical_core_review_20261021.md" TargetMode="External"/><Relationship Id="rId6" Type="http://schemas.openxmlformats.org/officeDocument/2006/relationships/hyperlink" Target="https://github.com/sophiria1225/AI-/blob/main/docs/browsecomp_preflight_20261021.md" TargetMode="Externa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RESEARCH CHECKPOINT / P11–P13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情報を短くするだけで、仕事は安くなるか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2026-10-21｜P11〜P13 開発比較｜独自機構・品質維持は未確定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968500"/>
            <a:ext cx="11176000" cy="1397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24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同じモデルで品質を保ち、</a:t>
            </a:r>
          </a:p>
          <a:p>
            <a:pPr>
              <a:lnSpc>
                <a:spcPts val="4224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仕事全体の入力・出力を減らしたい。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3683000"/>
            <a:ext cx="11176000" cy="142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全履歴、直近履歴、先行研究に基づく保持を比較。</a:t>
            </a:r>
          </a:p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再取得と保持生成の費用、形式不備、時間上限を調べた。</a:t>
            </a:r>
          </a:p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新しい方式を提案する前に、強い比較対象を整える段階。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成果は比較基盤と具体的な制約の観測。新規アルゴリズムの完成ではない。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01 / 背景・目的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短い入力の利益と、情報を失う負担を同時に測る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複数工程の仕事では、過去の対象・条件・実行結果を後の判断でも使う。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2026-10-21｜P11〜P13 開発比較｜独自機構・品質維持は未確定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222500"/>
            <a:ext cx="3556000" cy="317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8000" y="2222500"/>
            <a:ext cx="50800" cy="3175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600" y="2425700"/>
            <a:ext cx="3098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全情報を保持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3213100"/>
            <a:ext cx="3098800" cy="2006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必要な根拠を参照できる。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一方で、入力が増えて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費用や上限が問題になる。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8000" y="2222500"/>
            <a:ext cx="3556000" cy="317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8000" y="2222500"/>
            <a:ext cx="50800" cy="3175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6600" y="2425700"/>
            <a:ext cx="3098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履歴を削る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6600" y="3213100"/>
            <a:ext cx="3098800" cy="2006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各回の入力を減らせる。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再取得や再作業で、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全体費用が増える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場合もある。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8000" y="2222500"/>
            <a:ext cx="3556000" cy="317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8000" y="2222500"/>
            <a:ext cx="50800" cy="3175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6600" y="2425700"/>
            <a:ext cx="3098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保持をAIに選ばせる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6600" y="3213100"/>
            <a:ext cx="3098800" cy="2006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将来必要な情報を選ぶ。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選択自体にも推論費用と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誤り・形式不備が生じ得る。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目的：一定の品質条件の下で総入力＋出力を減らす。キャッシュの速度改善とは別。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02 / 実装済みアーキテクチャ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情報・操作・評価を分けるハーネス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同じMiniMax M3を役割ごとに呼び出す。物理的には単一スロット。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2026-10-21｜P11〜P13 開発比較｜独自機構・品質維持は未確定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209800"/>
            <a:ext cx="3048000" cy="11430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400" y="2336800"/>
            <a:ext cx="2743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公開の要求・API仕様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400" y="2768600"/>
            <a:ext cx="27432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正解・追加評価は渡さない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8000" y="2209800"/>
            <a:ext cx="3556000" cy="11430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0400" y="2336800"/>
            <a:ext cx="3251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実行役のLLM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0400" y="2768600"/>
            <a:ext cx="32512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調査・操作・完了判断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36000" y="2209800"/>
            <a:ext cx="3048000" cy="11430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88400" y="2336800"/>
            <a:ext cx="2743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模擬アプリ環境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88400" y="2768600"/>
            <a:ext cx="27432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API操作と状態の変化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556000" y="2781300"/>
            <a:ext cx="736600" cy="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74000" y="2781300"/>
            <a:ext cx="736600" cy="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318000" y="4114800"/>
            <a:ext cx="3556000" cy="1270000"/>
          </a:xfrm>
          <a:prstGeom prst="rect">
            <a:avLst/>
          </a:prstGeom>
          <a:solidFill>
            <a:srgbClr val="FBF1DF"/>
          </a:solidFill>
          <a:ln w="15240">
            <a:solidFill>
              <a:srgbClr val="B67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70400" y="4241800"/>
            <a:ext cx="3251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B67922"/>
                </a:solidFill>
                <a:latin typeface="Arial Unicode MS"/>
                <a:ea typeface="Arial Unicode MS"/>
                <a:cs typeface="Arial Unicode MS"/>
              </a:rPr>
              <a:t>作業用の情報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0400" y="4673600"/>
            <a:ext cx="3251200" cy="635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全履歴／直近／FOCUS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36000" y="4114800"/>
            <a:ext cx="3048000" cy="12700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88400" y="4241800"/>
            <a:ext cx="2743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原記録・保存点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8400" y="4673600"/>
            <a:ext cx="2743200" cy="635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原文再読・費用・DB差分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8000" y="4114800"/>
            <a:ext cx="3048000" cy="12700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400" y="4241800"/>
            <a:ext cx="2743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終了後の独立評価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400" y="4673600"/>
            <a:ext cx="2743200" cy="635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最終状態を別プロセスで検査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160000" y="3352800"/>
            <a:ext cx="0" cy="73660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7899400" y="4749800"/>
            <a:ext cx="736600" cy="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096000" y="3378200"/>
            <a:ext cx="0" cy="73660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160000" y="5384800"/>
            <a:ext cx="0" cy="177800"/>
          </a:xfrm>
          <a:prstGeom prst="line">
            <a:avLst/>
          </a:prstGeom>
          <a:ln w="22860">
            <a:solidFill>
              <a:srgbClr val="61708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2032000" y="5562600"/>
            <a:ext cx="8128000" cy="0"/>
          </a:xfrm>
          <a:prstGeom prst="line">
            <a:avLst/>
          </a:prstGeom>
          <a:ln w="22860">
            <a:solidFill>
              <a:srgbClr val="61708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2032000" y="5410200"/>
            <a:ext cx="0" cy="152400"/>
          </a:xfrm>
          <a:prstGeom prst="line">
            <a:avLst/>
          </a:prstGeom>
          <a:ln w="22860">
            <a:solidFill>
              <a:srgbClr val="617084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モデルの重みではなく、渡す情報・ツール実行・保持・費用管理を設計している。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03 / 比較した三条件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基本接続・モデル・課題をそろえて保持だけを比較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4開発課題、各条件1試行。独立した本評価や品質同等性の検定ではない。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2026-10-21｜P11〜P13 開発比較｜独自機構・品質維持は未確定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222500"/>
            <a:ext cx="2146300" cy="8255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" y="2349500"/>
            <a:ext cx="1905000" cy="660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条件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67000" y="2222500"/>
            <a:ext cx="4622800" cy="8255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94000" y="2349500"/>
            <a:ext cx="4381500" cy="660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保持するもの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02500" y="2222500"/>
            <a:ext cx="4368800" cy="8255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9500" y="2349500"/>
            <a:ext cx="4127500" cy="660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追加の費用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000" y="3060700"/>
            <a:ext cx="2146300" cy="82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187700"/>
            <a:ext cx="1905000" cy="660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P11 全履歴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67000" y="3060700"/>
            <a:ext cx="4622800" cy="82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94000" y="3187700"/>
            <a:ext cx="4381500" cy="660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元の会話と原観測を保持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02500" y="3060700"/>
            <a:ext cx="4368800" cy="82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29500" y="3187700"/>
            <a:ext cx="4127500" cy="660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履歴を毎回入力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3898900"/>
            <a:ext cx="2146300" cy="8255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00" y="4025900"/>
            <a:ext cx="1905000" cy="660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P12 直近履歴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67000" y="3898900"/>
            <a:ext cx="4622800" cy="8255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94000" y="4025900"/>
            <a:ext cx="4381500" cy="660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4Kを目安に元応答単位で保持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02500" y="3898900"/>
            <a:ext cx="4368800" cy="8255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29500" y="4025900"/>
            <a:ext cx="4127500" cy="660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原文の再読・必要情報の再取得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8000" y="4737100"/>
            <a:ext cx="2146300" cy="82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00" y="4864100"/>
            <a:ext cx="1905000" cy="660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P13 FOCUS適合版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67000" y="4737100"/>
            <a:ext cx="4622800" cy="82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94000" y="4864100"/>
            <a:ext cx="4381500" cy="660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将来計画の引用＋防御的な救済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02500" y="4737100"/>
            <a:ext cx="4368800" cy="82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29500" y="4864100"/>
            <a:ext cx="4127500" cy="660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草案生成も同じ総枠へ算入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各課題：45万総トークン、30分、80 LLM呼出・80 API要求。両予算の下で比較。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04 / 全成否と費用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不成功・不明費用も含めた4課題の比較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中断した追加試行の支出は後の頁で別記。未知費用を0と置かない。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2026-10-21｜P11〜P13 開発比較｜独自機構・品質維持は未確定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286000"/>
            <a:ext cx="2590800" cy="7747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" y="2413000"/>
            <a:ext cx="23495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条件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11500" y="2286000"/>
            <a:ext cx="1447800" cy="7747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38500" y="2413000"/>
            <a:ext cx="12065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成功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2286000"/>
            <a:ext cx="3225800" cy="7747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9000" y="2413000"/>
            <a:ext cx="29845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既知総トークン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0500" y="2286000"/>
            <a:ext cx="1828800" cy="7747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7500" y="2413000"/>
            <a:ext cx="15875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LLM呼出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52000" y="2286000"/>
            <a:ext cx="2019300" cy="7747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79000" y="2413000"/>
            <a:ext cx="1778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費用不明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8000" y="3073400"/>
            <a:ext cx="2590800" cy="77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" y="3200400"/>
            <a:ext cx="23495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全履歴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11500" y="3073400"/>
            <a:ext cx="1447800" cy="77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38500" y="3200400"/>
            <a:ext cx="12065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4/4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3073400"/>
            <a:ext cx="3225800" cy="77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99000" y="3200400"/>
            <a:ext cx="29845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440,355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10500" y="3073400"/>
            <a:ext cx="1828800" cy="77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37500" y="3200400"/>
            <a:ext cx="15875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52000" y="3073400"/>
            <a:ext cx="2019300" cy="77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79000" y="3200400"/>
            <a:ext cx="1778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8000" y="3860800"/>
            <a:ext cx="2590800" cy="7747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000" y="3987800"/>
            <a:ext cx="23495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直近履歴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11500" y="3860800"/>
            <a:ext cx="1447800" cy="7747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38500" y="3987800"/>
            <a:ext cx="12065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3/4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3860800"/>
            <a:ext cx="3225800" cy="7747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99000" y="3987800"/>
            <a:ext cx="29845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627,363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10500" y="3860800"/>
            <a:ext cx="1828800" cy="7747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37500" y="3987800"/>
            <a:ext cx="15875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45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52000" y="3860800"/>
            <a:ext cx="2019300" cy="7747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79000" y="3987800"/>
            <a:ext cx="1778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8000" y="4648200"/>
            <a:ext cx="2590800" cy="77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000" y="4775200"/>
            <a:ext cx="23495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FOCUS適合版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11500" y="4648200"/>
            <a:ext cx="1447800" cy="77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38500" y="4775200"/>
            <a:ext cx="12065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2/4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4648200"/>
            <a:ext cx="3225800" cy="77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99000" y="4775200"/>
            <a:ext cx="29845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≥467,047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10500" y="4648200"/>
            <a:ext cx="1828800" cy="77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37500" y="4775200"/>
            <a:ext cx="15875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36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52000" y="4648200"/>
            <a:ext cx="2019300" cy="77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79000" y="4775200"/>
            <a:ext cx="1778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直近履歴は全履歴より総費用42.5%増。削った量だけでは効率を評価できない。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05 / 比較グラフ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品質と費用を一緒に読む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保持生成も費用に含む。時間は独立評価を除く。各条件1回の開発観察。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2026-10-21｜P11〜P13 開発比較｜独自機構・品質維持は未確定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pic>
        <p:nvPicPr>
          <p:cNvPr id="9" name="Picture 8" descr="cohort_tot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2044700"/>
            <a:ext cx="11176000" cy="381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943600"/>
            <a:ext cx="109855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1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FOCUS適合版には時間上限・形式不備・再起動の影響がある。原論文の成績ではない。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06 / 中断と再開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実験を再開しても、元の支出を消さない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プロセス消失を確認。保存されたrunning状態だけで稼働中とは判断しない。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2026-10-21｜P11〜P13 開発比較｜独自機構・品質維持は未確定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209800"/>
            <a:ext cx="5575300" cy="6858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" y="2336800"/>
            <a:ext cx="5334000" cy="520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保存した中断試行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2209800"/>
            <a:ext cx="5575300" cy="6858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23000" y="2336800"/>
            <a:ext cx="5334000" cy="520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扱い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000" y="2908300"/>
            <a:ext cx="55753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3035300"/>
            <a:ext cx="5334000" cy="520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第3課題：4応答／52,285トークン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0" y="2908300"/>
            <a:ext cx="55753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3000" y="3035300"/>
            <a:ext cx="5334000" cy="520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最終評価なし・研究支出へ算入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8000" y="3606800"/>
            <a:ext cx="5575300" cy="685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733800"/>
            <a:ext cx="5334000" cy="520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応答未保存の要求1件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0" y="3606800"/>
            <a:ext cx="5575300" cy="685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3000" y="3733800"/>
            <a:ext cx="5334000" cy="520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使用量不明。完了・費用0としない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4305300"/>
            <a:ext cx="55753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00" y="4432300"/>
            <a:ext cx="5334000" cy="520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第3課題を新IDで初期実行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6000" y="4305300"/>
            <a:ext cx="55753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23000" y="4432300"/>
            <a:ext cx="5334000" cy="520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同一状態の完全復元とは呼ばない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8000" y="5003800"/>
            <a:ext cx="5575300" cy="685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000" y="5130800"/>
            <a:ext cx="5334000" cy="520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第1・第2課題の成否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6000" y="5003800"/>
            <a:ext cx="5575300" cy="685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23000" y="5130800"/>
            <a:ext cx="5334000" cy="520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そのまま維持。成功まで再試行しない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P13関連の既知支出は少なくとも 519,332 トークン。これに不明使用量がある。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07 / 直近履歴から分かったこと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情報を取り直すことで、節約が逆転した例がある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第3課題：全履歴203,066で成功、直近履歴431,471で予算停止。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2026-10-21｜P11〜P13 開発比較｜独自機構・品質維持は未確定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235200"/>
            <a:ext cx="5334000" cy="317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8000" y="2235200"/>
            <a:ext cx="50800" cy="3175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600" y="2438400"/>
            <a:ext cx="4876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記録で確かめた観測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3225800"/>
            <a:ext cx="4876800" cy="2006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同じAPI・引数の再要求15組。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前回の結果は現在の入力から外れ、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9組は戻った結果も同じだった。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原文再読も2回あった。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0" y="2235200"/>
            <a:ext cx="5334000" cy="317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0" y="2235200"/>
            <a:ext cx="50800" cy="3175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78600" y="2438400"/>
            <a:ext cx="4876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まだ確定できないこと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8600" y="3225800"/>
            <a:ext cx="4876800" cy="2006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同じ要求が全て無駄だったか。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忘却だけが唯一の失敗原因か。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通常の台帳やセッション保持で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十分に解消できるか。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次の対照は通常の台帳。単純な対策で足りれば、独自機構を追加する根拠は弱い。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08 / FOCUS適合版の制約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保持する内容と、保持判断の実装費用を分ける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全11更新で履歴削除０。保持費用は既知222,258＋不明１呼び出し。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2026-10-21｜P11〜P13 開発比較｜独自機構・品質維持は未確定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209800"/>
            <a:ext cx="5575300" cy="6858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" y="2336800"/>
            <a:ext cx="5334000" cy="520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観測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2209800"/>
            <a:ext cx="5575300" cy="6858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23000" y="2336800"/>
            <a:ext cx="5334000" cy="520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解釈の範囲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000" y="2908300"/>
            <a:ext cx="55753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3035300"/>
            <a:ext cx="5334000" cy="520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課題1：保持4回で76,390トークン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0" y="2908300"/>
            <a:ext cx="55753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3000" y="3035300"/>
            <a:ext cx="5334000" cy="520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3回が形式不備、適合1回は全保持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8000" y="3606800"/>
            <a:ext cx="5575300" cy="685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733800"/>
            <a:ext cx="5334000" cy="520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課題2：保持3回で45,403トークン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0" y="3606800"/>
            <a:ext cx="5575300" cy="685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3000" y="3733800"/>
            <a:ext cx="5334000" cy="520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全3回が適合し全保持。最終成功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4305300"/>
            <a:ext cx="55753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00" y="4432300"/>
            <a:ext cx="5334000" cy="520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役割切替で入力の再処理が増えた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6000" y="4305300"/>
            <a:ext cx="55753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23000" y="4432300"/>
            <a:ext cx="5334000" cy="520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単一スロットの時間制約にも影響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8000" y="5003800"/>
            <a:ext cx="5575300" cy="685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000" y="5130800"/>
            <a:ext cx="5334000" cy="520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原方式との差がある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6000" y="5003800"/>
            <a:ext cx="5575300" cy="685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23000" y="5130800"/>
            <a:ext cx="5334000" cy="520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小さい草案モデルの効果は未検証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形式不備や遅い適合版を利用して、原方式が劣る・新方式が必要と結論しない。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09 / 新規性の現在地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新規性は、既存部品の接続だけではまだ成立しない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再編案で更新競合を観測できず、既存方式でも残る問題の確認へ戻した。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2026-10-21｜P11〜P13 開発比較｜独自機構・品質維持は未確定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235200"/>
            <a:ext cx="5334000" cy="317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8000" y="2235200"/>
            <a:ext cx="50800" cy="3175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600" y="2438400"/>
            <a:ext cx="4876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できたこと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3225800"/>
            <a:ext cx="4876800" cy="2006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比較用の基本接続と再計算できる記録。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全費用・再取得・形式不備の分離。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失敗と中断も残す比較実装。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次に検証すべき問題の絞り込み。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0" y="2235200"/>
            <a:ext cx="5334000" cy="317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0" y="2235200"/>
            <a:ext cx="50800" cy="3175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78600" y="2438400"/>
            <a:ext cx="4876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まだ必要なこと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8600" y="3225800"/>
            <a:ext cx="4876800" cy="2006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強い既存方式でも残る機構の問題。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その問題に対応する独自の更新規則。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同じ品質・予算で通常対照を超える効果。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別課題・別モデルでの成立条件。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独自手法の採用は未確定。単なる要約・台帳・キャッシュ改善を新しい名前で包まない。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10 / 次に進める実験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校正を収束させ、大規模情報で必要性を確かめる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AppWorldの短い4件を、大規模・長期作業の主実験の代わりにしない。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2026-10-21｜P11〜P13 開発比較｜独自機構・品質維持は未確定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209800"/>
            <a:ext cx="3162300" cy="6858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" y="2336800"/>
            <a:ext cx="2921000" cy="520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次の作業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83000" y="2209800"/>
            <a:ext cx="7988300" cy="6858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0" y="2336800"/>
            <a:ext cx="7747000" cy="520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なぜ行うか／何が出れば見直すか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000" y="2908300"/>
            <a:ext cx="31623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3035300"/>
            <a:ext cx="2921000" cy="520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通常の台帳P14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83000" y="2908300"/>
            <a:ext cx="79883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10000" y="3035300"/>
            <a:ext cx="7747000" cy="520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既存の状態保持だけで十分なら独自方式を急がない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8000" y="3606800"/>
            <a:ext cx="3162300" cy="685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733800"/>
            <a:ext cx="2921000" cy="520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保持提出の形式校正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83000" y="3606800"/>
            <a:ext cx="7988300" cy="685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10000" y="3733800"/>
            <a:ext cx="7747000" cy="520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未来の計画ラベルと過去の出典IDを区別する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4305300"/>
            <a:ext cx="31623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00" y="4432300"/>
            <a:ext cx="2921000" cy="520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固定コーパスの大規模調査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83000" y="4305300"/>
            <a:ext cx="79883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10000" y="4432300"/>
            <a:ext cx="7747000" cy="520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約10万文書を維持し、取得後の保持・再取得も測る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8000" y="5003800"/>
            <a:ext cx="3162300" cy="685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000" y="5130800"/>
            <a:ext cx="2921000" cy="520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機構を一つに絞る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83000" y="5003800"/>
            <a:ext cx="7988300" cy="685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10000" y="5130800"/>
            <a:ext cx="7747000" cy="520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単純対照でも残る問題がなければ候補を再検討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BrowseComp-Plusは導入検証中。正式採用・独立評価器の動作・主実験の成功は未確定。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11 / 出典・再現と進捗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資料の数値から実験条件・選定理由へ戻れる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原文・認証値・正解・モデルの推論本文は公開せず、集計と出典ハッシュを公開。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2026-10-21｜P11〜P13 開発比較｜独自機構・品質維持は未確定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260600"/>
            <a:ext cx="110490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2"/>
              </a:rPr>
              <a:t>P11・P12の条件と全結果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2946400"/>
            <a:ext cx="110490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3"/>
              </a:rPr>
              <a:t>P13の全結果・費用と限界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3632200"/>
            <a:ext cx="110490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4"/>
              </a:rPr>
              <a:t>停止確認・再開理由・中断支出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318000"/>
            <a:ext cx="110490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5"/>
              </a:rPr>
              <a:t>独自機構を選び直した理由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003800"/>
            <a:ext cx="110490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6"/>
              </a:rPr>
              <a:t>大規模文書の導入前確認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AIハーネス研究 P11〜P13の結果と次の判断</dc:title>
  <dc:subject>目的・アーキテクチャ・実験・考察・今後の検証</dc:subject>
  <dc:creator>AIハーネス研究</dc:creator>
  <cp:keywords>開発観察;総トークン;オーケストレーション;未検証の仮説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