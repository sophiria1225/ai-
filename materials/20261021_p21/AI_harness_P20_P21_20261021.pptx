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出力方式の比較と、生成上限の制約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両方式へ同じ取得済み観測を渡す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提出の有無と、提出内容の正しさを分ける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全12生成を残し、予算変更の効果を分ける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１入力での正解を、一般的な正しさへ広げない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４ページの原稿に載せる主張を、実測で絞る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20_findings.md" TargetMode="External"/><Relationship Id="rId3" Type="http://schemas.openxmlformats.org/officeDocument/2006/relationships/hyperlink" Target="https://github.com/sophiria1225/AI-/blob/main/docs/P21_findings.md" TargetMode="External"/><Relationship Id="rId4" Type="http://schemas.openxmlformats.org/officeDocument/2006/relationships/hyperlink" Target="https://github.com/sophiria1225/AI-/blob/main/docs/export_mechanism_review_20261021.md" TargetMode="External"/><Relationship Id="rId5" Type="http://schemas.openxmlformats.org/officeDocument/2006/relationships/hyperlink" Target="https://github.com/sophiria1225/AI-/blob/main/docs/experiments/P22_development_preparation.md" TargetMode="Externa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P20・P21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出力方式の比較と、生成上限の制約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2026-10-21｜既知１状態・各方式３seed｜出力部分の診断。独立６課題・全体性能ではない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159000"/>
            <a:ext cx="11176000" cy="1244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6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直接CSVは２／３、計算コードは１／３が完全な書出。</a:t>
            </a:r>
          </a:p>
          <a:p>
            <a:pPr>
              <a:lnSpc>
                <a:spcPts val="356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残り３件は上限停止。コード方式の優位性は示せない。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708400"/>
            <a:ext cx="11049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P20：提出 0/6、完全な書出 0/6、総 80,367 トークン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368800"/>
            <a:ext cx="11049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P21：提出 3/6、完全な書出 3/6、総 100,107 トークン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目的：通常の計算で足りるかを確認し、追加のハーネス機構が必要か判断する。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比較のアーキテクチャ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両方式へ同じ取得済み観測を渡す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P18のCSVや欠落行、正解件数、隠し評価を生成側へ渡さない。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2026-10-21｜既知１状態・各方式３seed｜出力部分の診断。独立６課題・全体性能ではない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500" y="2984500"/>
            <a:ext cx="2794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900" y="3111500"/>
            <a:ext cx="2489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要求＋66観測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900" y="3543300"/>
            <a:ext cx="2489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観測文字列・モデルは共通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7000" y="2197100"/>
            <a:ext cx="2921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9400" y="2324100"/>
            <a:ext cx="261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直接CSVの生成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9400" y="2755900"/>
            <a:ext cx="2616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文字列として全内容を提出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7000" y="4000500"/>
            <a:ext cx="2921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9400" y="4127500"/>
            <a:ext cx="261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計算コードの生成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9400" y="4559300"/>
            <a:ext cx="2616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限定されたデータ実行器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7000" y="2984500"/>
            <a:ext cx="3873500" cy="14605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9400" y="3111500"/>
            <a:ext cx="3568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全６生成後に内容を照合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9400" y="3543300"/>
            <a:ext cx="3568700" cy="825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公開観測から分析者が定義した評価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238500" y="2730500"/>
            <a:ext cx="635000" cy="5715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38500" y="3937000"/>
            <a:ext cx="635000" cy="5715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2730500"/>
            <a:ext cx="825500" cy="635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858000" y="4000500"/>
            <a:ext cx="825500" cy="508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8000" y="5435600"/>
            <a:ext cx="111760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P20は4,096出力、P21は8,192出力。両方式を等しく変更。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seed・指示・入力は固定。思考と提出物の生成を含む全費用を記録する。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全条件の結果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提出の有無と、提出内容の正しさを分ける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３seedは同じ入力の反復。課題数を水増ししない。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2026-10-21｜既知１状態・各方式３seed｜出力部分の診断。独立６課題・全体性能ではない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10668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82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実験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7500" y="2209800"/>
            <a:ext cx="23368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4500" y="23368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7000" y="2209800"/>
            <a:ext cx="17653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1524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出力上限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2209800"/>
            <a:ext cx="15748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42000" y="23368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提出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2500" y="2209800"/>
            <a:ext cx="15748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0" y="23368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完全書出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0000" y="2209800"/>
            <a:ext cx="27813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7000" y="2336800"/>
            <a:ext cx="254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総トークン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2882900"/>
            <a:ext cx="1066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009900"/>
            <a:ext cx="82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87500" y="2882900"/>
            <a:ext cx="2336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4500" y="30099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直接CSV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2882900"/>
            <a:ext cx="1765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4000" y="3009900"/>
            <a:ext cx="1524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4,096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2882900"/>
            <a:ext cx="1574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42000" y="30099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2500" y="2882900"/>
            <a:ext cx="1574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9500" y="30099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0000" y="2882900"/>
            <a:ext cx="2781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7000" y="3009900"/>
            <a:ext cx="254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39,720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556000"/>
            <a:ext cx="1066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3683000"/>
            <a:ext cx="82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87500" y="3556000"/>
            <a:ext cx="2336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14500" y="36830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計算コード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7000" y="3556000"/>
            <a:ext cx="1765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4000" y="3683000"/>
            <a:ext cx="1524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4,096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3556000"/>
            <a:ext cx="1574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42000" y="36830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02500" y="3556000"/>
            <a:ext cx="1574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9500" y="36830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0000" y="3556000"/>
            <a:ext cx="2781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7000" y="3683000"/>
            <a:ext cx="254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40,647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8000" y="4229100"/>
            <a:ext cx="1066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00" y="4356100"/>
            <a:ext cx="82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87500" y="4229100"/>
            <a:ext cx="2336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14500" y="43561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直接CSV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7000" y="4229100"/>
            <a:ext cx="1765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64000" y="4356100"/>
            <a:ext cx="1524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8,192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4229100"/>
            <a:ext cx="1574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42000" y="43561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02500" y="4229100"/>
            <a:ext cx="15748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29500" y="43561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90000" y="4229100"/>
            <a:ext cx="2781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17000" y="4356100"/>
            <a:ext cx="254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47,616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8000" y="4902200"/>
            <a:ext cx="1066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000" y="5029200"/>
            <a:ext cx="82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87500" y="4902200"/>
            <a:ext cx="2336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14500" y="50292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計算コード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37000" y="4902200"/>
            <a:ext cx="1765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64000" y="5029200"/>
            <a:ext cx="1524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8,192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15000" y="4902200"/>
            <a:ext cx="1574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42000" y="50292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02500" y="4902200"/>
            <a:ext cx="15748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9500" y="5029200"/>
            <a:ext cx="13335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90000" y="4902200"/>
            <a:ext cx="2781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17000" y="5029200"/>
            <a:ext cx="254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52,491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" y="5905500"/>
            <a:ext cx="110490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未提出・打切りは成功に数えない。CSVが存在しない場合、</a:t>
            </a:r>
          </a:p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欠落行数や余分な行数は「評価対象なし」であり、０件の正解ではない。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費用と提出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全12生成を残し、予算変更の効果を分ける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計算コードを使うだけで新規性が得られるとは扱わない。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2026-10-21｜既知１状態・各方式３seed｜出力部分の診断。独立６課題・全体性能ではない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9" name="Picture 8" descr="expor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82800"/>
            <a:ext cx="11430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補助検査と解釈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１入力での正解を、一般的な正しさへ広げない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2026-10-21｜既知１状態・各方式３seed｜出力部分の診断。独立６課題・全体性能ではない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59000"/>
            <a:ext cx="11049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提出コードの補助評価：対象 1 件。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４変換すべてに適合 1 件。追加モデル呼出し０。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固定CSVには適用しない。検査対象なしを合格とは数えない。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708400"/>
            <a:ext cx="11049000" cy="165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提出できた３件は、公開観測から求めた72行と一致。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唯一の提出コードは４つの入力変換にも適合した。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残る失敗は未提出であり、言語制限による実行失敗ではない。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１つの開発状態の反復から、一般性能や新規性は主張しない。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補助検査は既存の検査原理を利用。自律的な仕様生成や新機構の実績ではない。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次の判断と投稿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４ページの原稿に載せる主張を、実測で絞る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10/23主要実験・あらまし、10/31投稿完了。採録は査読に依存する。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2026-10-21｜既知１状態・各方式３seed｜出力部分の診断。独立６課題・全体性能ではない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20900"/>
            <a:ext cx="11049000" cy="147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この１件で上限拡張や指示調整を繰り返さない。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予約した別の６開発課題を、既存の全履歴基準で観察する。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通常構成でも残る失敗から、必要な変更規則を一つ絞る。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確認用12シナリオは、方式の固定まで未閲覧で残す。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529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P20：全結果と上限を増やした理由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482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P21：全結果・解釈・採らない案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435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既存研究との機能の重なり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6388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確認群を残した追加開発課題の準備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P20・P21：出力方式と生成上限の診断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