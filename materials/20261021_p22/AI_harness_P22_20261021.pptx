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追加６課題で、次に検証すべき問題を絞る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仕事を正しく終えるための状態・実行制御を研究する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凍結した実行器から、模擬アプリを操作する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全結果を同じ表へ残す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成功・未達の両方にかかった量を示す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観測事実と、まだ検証していない原因を分ける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既存指示で改善する分を、新規性から分ける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P22_findings.md" TargetMode="External"/><Relationship Id="rId3" Type="http://schemas.openxmlformats.org/officeDocument/2006/relationships/hyperlink" Target="https://github.com/sophiria1225/AI-/blob/main/docs/budget_and_evidence_review_20261021.md" TargetMode="External"/><Relationship Id="rId4" Type="http://schemas.openxmlformats.org/officeDocument/2006/relationships/hyperlink" Target="https://github.com/sophiria1225/AI-/blob/main/papers/202610_letter/README.md" TargetMode="External"/><Relationship Id="rId5" Type="http://schemas.openxmlformats.org/officeDocument/2006/relationships/hyperlink" Target="https://github.com/sophiria1225/AI-/blob/main/docs/letter_evaluation_scope_20261021.md" TargetMode="Externa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追加６課題で、次に検証すべき問題を絞る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2026-10-21｜追加６開発課題・各１seed｜探索的観察。新方式・確認実験の結果ではない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159000"/>
            <a:ext cx="11176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６件中２件成功。観測の欠落だけでは説明できない。</a:t>
            </a:r>
          </a:p>
          <a:p>
            <a:pPr>
              <a:lnSpc>
                <a:spcPts val="343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通常の指示で残る問題を見極め、新技術の対象を絞る。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733800"/>
            <a:ext cx="11049000" cy="1244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全履歴基準：2/6 成功。全６件を評価・監査。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65生成、1,087,194既知トークン、202 API。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使用量不明 1件。失敗・打切りも費用に含める。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到達点は基準の観察。既存対照を超える固有の機構と効果は、別の比較で示す。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目的と研究上の位置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仕事を正しく終えるための状態・実行制御を研究する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2026-10-21｜追加６開発課題・各１seed｜探索的観察。新方式・確認実験の結果ではない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159000"/>
            <a:ext cx="5334000" cy="31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2159000"/>
            <a:ext cx="50800" cy="31115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23622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背景と目的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3149600"/>
            <a:ext cx="4876800" cy="1943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情報が複数の取得・操作へ分散する仕事では、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途中の正しさだけで最終完了は決まらない。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同じモデル・情報・予算で、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ハーネスのどの制御が品質と費用を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変えるかを測る。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0" y="2159000"/>
            <a:ext cx="5334000" cy="31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0" y="2159000"/>
            <a:ext cx="50800" cy="31115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8600" y="23622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P22で確かめること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3149600"/>
            <a:ext cx="4876800" cy="1943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強い単純対照でも問題が残るかを調べる前に、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別の要求で全履歴基準の実行を観察する。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集約・台帳・検査器はまだ追加しない。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この６件は方式選定の開発用になり、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未調整の確認群として再利用しない。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求める成果：具体的な失敗条件 → 状態・更新規則の変更 → 同予算の対照との効果と限界。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実験アーキテクチャ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凍結した実行器から、模擬アプリを操作する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M3 IQ4_XS、64K、全履歴、同じ公開API。物理的な並列推論は行わない。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2026-10-21｜追加６開発課題・各１seed｜探索的観察。新方式・確認実験の結果ではない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98700"/>
            <a:ext cx="3175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4257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事前選定の６課題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857500"/>
            <a:ext cx="2870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要求を見る前にID・順序を固定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0" y="2298700"/>
            <a:ext cx="3175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3900" y="24257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単一の実行ループ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900" y="2857500"/>
            <a:ext cx="2870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 → 公開API → 観測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55000" y="2298700"/>
            <a:ext cx="3429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7400" y="2425700"/>
            <a:ext cx="3124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模擬環境と成果物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400" y="2857500"/>
            <a:ext cx="3124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操作順・費用・境界状態を保存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3000" y="2921000"/>
            <a:ext cx="6731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56500" y="2921000"/>
            <a:ext cx="6731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1500" y="4089400"/>
            <a:ext cx="11049000" cy="158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各課題：45万総トークン、80モデル呼出し、80 API、30分。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独立評価は後続モデルへ返さず、全６件終了後に内容を分析する。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80 APIは研究側の追加上限。公式の応答回数とは異なる。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現基準は残予算を逐次提示しない。上限停止だけから新機構を正当化しない。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全６件の結果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全結果を同じ表へ残す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課題が違うP11・P18との成否差を、方式改善の効果とは扱わない。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2026-10-21｜追加６開発課題・各１seed｜探索的観察。新方式・確認実験の結果ではない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70100"/>
            <a:ext cx="3416300" cy="4826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1971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7000" y="2070100"/>
            <a:ext cx="3797300" cy="4826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4000" y="2197100"/>
            <a:ext cx="3556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結果・終了条件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7000" y="2070100"/>
            <a:ext cx="2273300" cy="4826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4000" y="2197100"/>
            <a:ext cx="2032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既知トークン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33000" y="2070100"/>
            <a:ext cx="1638300" cy="4826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60000" y="2197100"/>
            <a:ext cx="1397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送信API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2565400"/>
            <a:ext cx="3416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26924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 条件付き評価更新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2565400"/>
            <a:ext cx="3797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4000" y="2692400"/>
            <a:ext cx="3556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未達・完了宣言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0" y="2565400"/>
            <a:ext cx="2273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4000" y="2692400"/>
            <a:ext cx="2032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197,557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33000" y="2565400"/>
            <a:ext cx="1638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0000" y="2692400"/>
            <a:ext cx="1397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3060700"/>
            <a:ext cx="3416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31877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 支払要求の承認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3060700"/>
            <a:ext cx="3797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4000" y="3187700"/>
            <a:ext cx="3556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未達・完了宣言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7000" y="3060700"/>
            <a:ext cx="2273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4000" y="3187700"/>
            <a:ext cx="2032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224,688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33000" y="3060700"/>
            <a:ext cx="1638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0000" y="3187700"/>
            <a:ext cx="1397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556000"/>
            <a:ext cx="3416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36830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 年間請求の集計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7000" y="3556000"/>
            <a:ext cx="3797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4000" y="3683000"/>
            <a:ext cx="3556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未達・生成中の時間上限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47000" y="3556000"/>
            <a:ext cx="2273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74000" y="3683000"/>
            <a:ext cx="2032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390,485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33000" y="3556000"/>
            <a:ext cx="1638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0000" y="3683000"/>
            <a:ext cx="1397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8000" y="4051300"/>
            <a:ext cx="3416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0" y="41783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 指定元の連絡削除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7000" y="4051300"/>
            <a:ext cx="3797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4000" y="4178300"/>
            <a:ext cx="3556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成功・完了宣言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47000" y="4051300"/>
            <a:ext cx="2273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74000" y="4178300"/>
            <a:ext cx="2032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74,335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33000" y="4051300"/>
            <a:ext cx="1638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60000" y="4178300"/>
            <a:ext cx="1397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8000" y="4546600"/>
            <a:ext cx="3416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000" y="46736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 保存物の圧縮・整理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7000" y="4546600"/>
            <a:ext cx="3797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4000" y="4673600"/>
            <a:ext cx="3556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成功・完了宣言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47000" y="4546600"/>
            <a:ext cx="2273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74000" y="4673600"/>
            <a:ext cx="2032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70,784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33000" y="4546600"/>
            <a:ext cx="1638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60000" y="4673600"/>
            <a:ext cx="1397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8000" y="5041900"/>
            <a:ext cx="3416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000" y="51689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 候補群の最大値選択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7000" y="5041900"/>
            <a:ext cx="3797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4000" y="5168900"/>
            <a:ext cx="3556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未達・完了宣言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47000" y="5041900"/>
            <a:ext cx="2273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74000" y="5168900"/>
            <a:ext cx="2032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129,345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33000" y="5041900"/>
            <a:ext cx="1638300" cy="482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60000" y="5168900"/>
            <a:ext cx="1397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8000" y="5537200"/>
            <a:ext cx="3416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000" y="56642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合計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37000" y="5537200"/>
            <a:ext cx="3797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64000" y="5664200"/>
            <a:ext cx="3556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2/6 成功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7000" y="5537200"/>
            <a:ext cx="2273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74000" y="5664200"/>
            <a:ext cx="2032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1,087,194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33000" y="5537200"/>
            <a:ext cx="1638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0000" y="5664200"/>
            <a:ext cx="1397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1500" y="61341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使用量不明 1件。監査不一致０。完了宣言と独立評価を区別する。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資源使用量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成功・未達の両方にかかった量を示す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破線は各課題の上限。既知トークンは使用量不明がある場合には下限。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2026-10-21｜追加６開発課題・各１seed｜探索的観察。新方式・確認実験の結果ではない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pic>
        <p:nvPicPr>
          <p:cNvPr id="9" name="Picture 8" descr="native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2057400"/>
            <a:ext cx="116332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公開観測からの考察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観測事実と、まだ検証していない原因を分ける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2026-10-21｜追加６開発課題・各１seed｜探索的観察。新方式・確認実験の結果ではない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146300"/>
            <a:ext cx="5334000" cy="336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2146300"/>
            <a:ext cx="50800" cy="33655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23495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集合が正しいか／全部見たか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3136900"/>
            <a:ext cx="4876800" cy="2197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課題1：選んだ27曲の処理は全件実行。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要求に合う集合かは未確定。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課題6：観測した35曲の最大値は正しい。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ただし一覧は先頭５件だけで、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次ページの確認がなかった。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取得後の記憶不足とは断定できない。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0" y="2146300"/>
            <a:ext cx="5334000" cy="336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0" y="2146300"/>
            <a:ext cx="50800" cy="33655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8600" y="23495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既知のAPI規則と成功例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3136900"/>
            <a:ext cx="4876800" cy="2197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課題2：観測内の対象10件を全件承認。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質問でないのに回答引数を付けた。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課題3：時刻APIを呼ばず時間上限へ。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課題4・5：対象操作と独立評価は成功。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公式の一般指示にある案内を補い、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６件を同じ予算で比較する。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原因は未確定。公式の一般指示を補うP24は、既存基準の校正であり新手法ではない。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06 / 次に何をするか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既存指示で改善する分を、新規性から分ける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目標：２段組４ページ、10/23主要実験・あらまし、10/31投稿完了。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2026-10-21｜追加６開発課題・各１seed｜探索的観察。新方式・確認実験の結果ではない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082800"/>
            <a:ext cx="11049000" cy="177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P24：同じ６件に、時刻取得・全ページ・完了形式等の一般規則を追加。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モデル・ツール・全履歴・予算は維持し、成功例も全て残す。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通常PythonのP23全体比較は未実施。今回の問題に合う対照を先にする。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12確認シナリオは未閲覧。具体的な機構と比較計画を固定してから使う。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現時点では、新規性・提案方式の有効性・投稿準備完了を主張できない。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275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P22：全結果・採否・代案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101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同じ予算での既存対照の位置づけ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0927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原稿と新規性の現在地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753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４ページで主張できる評価範囲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P22：追加６開発課題の全結果と次の比較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