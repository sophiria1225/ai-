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新規性につながるかを検証し、候補を見送った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ハーネスが、記録の意味と使い道を制御する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同じ操作直前までの情報から、表示だけを比較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元入力でも、対象の誤完了は確認できなかった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全24出力を残す。正常対照は入力が同一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台帳の宣言と受取側が一致していなかった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実際の失敗から、追加技術が必要な箇所を絞る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16_findings.md" TargetMode="External"/><Relationship Id="rId3" Type="http://schemas.openxmlformats.org/officeDocument/2006/relationships/hyperlink" Target="https://github.com/sophiria1225/AI-/blob/main/docs/memory_contract_correction_20261021.md" TargetMode="External"/><Relationship Id="rId4" Type="http://schemas.openxmlformats.org/officeDocument/2006/relationships/hyperlink" Target="https://github.com/sophiria1225/AI-/blob/main/docs/letter_related_work_addendum_20261021.md" TargetMode="External"/><Relationship Id="rId5" Type="http://schemas.openxmlformats.org/officeDocument/2006/relationships/hyperlink" Target="https://github.com/sophiria1225/AI-/blob/main/reports/P16_semantic_review.json" TargetMode="Externa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新規性につながるかを検証し、候補を見送った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2026-10-21｜４開発課題・１ seed｜候補の追加価値を確認できず、主提案化を見送る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006600"/>
            <a:ext cx="11176000" cy="1333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未実行の要求を、完了した事実として</a:t>
            </a:r>
          </a:p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記憶してしまう現象を検証した。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632200"/>
            <a:ext cx="11176000" cy="158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24生成、形式適合17出力・160項目を照合。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今回の元入力では、未支持の操作完了を確認できなかった。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要求を隠す方式の優位性は、示せなかった。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新規性はまだ未確定。採否基準に従い、この案を今月のレターの主提案にはしない。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目的と狙った差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ハーネスが、記録の意味と使い道を制御する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モデルの重みを変えず、記憶更新・修復へ渡す情報を操作する候補だった。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2026-10-21｜４開発課題・１ seed｜候補の追加価値を確認できず、主提案化を見送る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5334000" cy="32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22500"/>
            <a:ext cx="50800" cy="32385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257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研究全体で目指すこと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13100"/>
            <a:ext cx="4876800" cy="207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後の担当が必要な状態を受け取り、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仕事全体を正しく完了できること。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生成・検証・再取得を含む総費用も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減らせる構成原理を明らかにする。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2222500"/>
            <a:ext cx="5334000" cy="32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0" y="2222500"/>
            <a:ext cx="50800" cy="32385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0" y="24257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今回、必要だった追加価値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8600" y="3213100"/>
            <a:ext cx="4876800" cy="207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状態付き記憶や用途別可視性は既出。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元入力や状態明記より誤完了が減り、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修復に必要な情報は失わないという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追加価値を測る必要があった。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機能を接続したことではなく、単純対照を超える効果と成立条件が必要。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実験の構成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同じ操作直前までの情報から、表示だけを比較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正常な返却を残す対照と、通常の引数検査で送信前に拒否する条件を用意。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2026-10-21｜４開発課題・１ seed｜候補の追加価値を確認できず、主提案化を見送る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pic>
        <p:nvPicPr>
          <p:cNvPr id="9" name="Picture 8" descr="event_view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968500"/>
            <a:ext cx="111760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人工拒否の全結果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元入力でも、対象の誤完了は確認できなかった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不適合出力を意味的な成功に数えない。４課題から低い発生率や同等性も保証しない。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2026-10-21｜４開発課題・１ seed｜候補の追加価値を確認できず、主提案化を見送る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86000"/>
            <a:ext cx="2400300" cy="749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413000"/>
            <a:ext cx="2159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表示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1000" y="2286000"/>
            <a:ext cx="1511300" cy="749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8000" y="2413000"/>
            <a:ext cx="1270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形式適合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5000" y="2286000"/>
            <a:ext cx="2336800" cy="749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13000"/>
            <a:ext cx="2095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未支持操作完了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94500" y="2286000"/>
            <a:ext cx="2146300" cy="749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1500" y="2413000"/>
            <a:ext cx="1905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曖昧なdone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3500" y="2286000"/>
            <a:ext cx="2717800" cy="749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0500" y="2413000"/>
            <a:ext cx="2476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全生成トークン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3048000"/>
            <a:ext cx="24003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175000"/>
            <a:ext cx="2159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元入力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1000" y="3048000"/>
            <a:ext cx="15113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8000" y="3175000"/>
            <a:ext cx="1270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5000" y="3048000"/>
            <a:ext cx="23368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175000"/>
            <a:ext cx="2095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4500" y="3048000"/>
            <a:ext cx="21463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1500" y="3175000"/>
            <a:ext cx="1905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3500" y="3048000"/>
            <a:ext cx="27178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0500" y="3175000"/>
            <a:ext cx="2476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77,587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3810000"/>
            <a:ext cx="2400300" cy="749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3937000"/>
            <a:ext cx="2159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未送信の明記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1000" y="3810000"/>
            <a:ext cx="1511300" cy="749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48000" y="3937000"/>
            <a:ext cx="1270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4/4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5000" y="3810000"/>
            <a:ext cx="2336800" cy="749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937000"/>
            <a:ext cx="2095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94500" y="3810000"/>
            <a:ext cx="2146300" cy="749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21500" y="3937000"/>
            <a:ext cx="1905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1/4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53500" y="3810000"/>
            <a:ext cx="2717800" cy="749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0500" y="3937000"/>
            <a:ext cx="2476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78,198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4572000"/>
            <a:ext cx="24003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4699000"/>
            <a:ext cx="2159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要求の退避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1000" y="4572000"/>
            <a:ext cx="15113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48000" y="4699000"/>
            <a:ext cx="1270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45000" y="4572000"/>
            <a:ext cx="23368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699000"/>
            <a:ext cx="2095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4500" y="4572000"/>
            <a:ext cx="21463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21500" y="4699000"/>
            <a:ext cx="19050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3500" y="4572000"/>
            <a:ext cx="27178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80500" y="4699000"/>
            <a:ext cx="24765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78,770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" y="5524500"/>
            <a:ext cx="11049000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曖昧な２項目は、同じ課題の列挙完了の推論。</a:t>
            </a:r>
          </a:p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操作を実施したという捏造とは区別し、別集計に残した。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正常対照と全費用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全24出力を残す。正常対照は入力が同一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ラベル固定後に方式名を開いて集計。助手１名の探索的判定、完全な盲検ではない。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2026-10-21｜４開発課題・１ seed｜候補の追加価値を確認できず、主提案化を見送る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9" name="Picture 8" descr="event_view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32000"/>
            <a:ext cx="114300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235700"/>
            <a:ext cx="11049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総費用 471,666 トークン／不明０／72.93分。修復・最終タスク成功は未測定。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追加監査で見つかった不備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台帳の宣言と受取側が一致していなかった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こちらの基準実装の不備。モデルの新しい失敗機構や提案技術とは呼ばない。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2026-10-21｜４開発課題・１ seed｜候補の追加価値を確認できず、主提案化を見送る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324100"/>
            <a:ext cx="3302000" cy="12065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4511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モデルへ渡す定義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882900"/>
            <a:ext cx="29972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出典一覧は空でも適合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5000" y="2324100"/>
            <a:ext cx="3302000" cy="12065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400" y="24511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生成された提出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2882900"/>
            <a:ext cx="29972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未完了作業に空の出典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0" y="2324100"/>
            <a:ext cx="3302000" cy="12065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4400" y="24511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受取側の検査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2882900"/>
            <a:ext cx="29972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出典１件以上 → 全体を拒否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10000" y="2921000"/>
            <a:ext cx="609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47000" y="2921000"/>
            <a:ext cx="609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1500" y="4038600"/>
            <a:ext cx="11049000" cy="162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P14の３出力、P16の６出力に空出典の拒否が関係。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入力の要求文を参照するIDも未登録だった。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宣言と受取制約をそろえ、要求文の参照を定義する。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旧結果を保存し、新しい版・seedで比較基準を校正する。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この修正だけを新規性にしない。旧結果から台帳一般の弱さを結論づけない。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次の判断と根拠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実際の失敗から、追加技術が必要な箇所を絞る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10/23に主要結果とあらまし、10/31に投稿完了を目指す。成果の成立はまだ未確定。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2026-10-21｜４開発課題・１ seed｜候補の追加価値を確認できず、主提案化を見送る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71700"/>
            <a:ext cx="110490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１．不整合を除いた基準と強い単純対照を動かす。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２．なお残る失敗の条件と原因を切り分ける。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３．近接研究との差がある場合だけ、新しい機構を比較する。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386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P16の全結果・採否理由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466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基準実装の不備・修正理由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0546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近接研究・読んだ範囲と限界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626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判定ラベル・全費用の公開集計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P16の結果と基準実装の修正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