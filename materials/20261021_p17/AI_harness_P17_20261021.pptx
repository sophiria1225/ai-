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比較基準を直し、形式と意味の限界を分けた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情報・予算をそろえ、台帳の契約だけを校正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形式不適合は減ったが、意味の優位性は示せない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16出力の成否・曖昧さ・費用をすべて残す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個々の操作が成功しても、対象全体の確認は別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一つの追加機構を、強い単純対照に対して検証する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ophiria1225/AI-/blob/main/docs/P17_findings.md" TargetMode="External"/><Relationship Id="rId3" Type="http://schemas.openxmlformats.org/officeDocument/2006/relationships/hyperlink" Target="https://github.com/sophiria1225/AI-/blob/main/docs/experiments/P18_unseen_development.md" TargetMode="External"/><Relationship Id="rId4" Type="http://schemas.openxmlformats.org/officeDocument/2006/relationships/hyperlink" Target="https://github.com/sophiria1225/AI-/blob/main/docs/letter_four_page_update_20261021.md" TargetMode="External"/><Relationship Id="rId5" Type="http://schemas.openxmlformats.org/officeDocument/2006/relationships/hyperlink" Target="https://github.com/sophiria1225/AI-/blob/main/docs/letter_evaluation_scope_20261021.md" TargetMode="Externa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RESEARCH CHECKPOINT / P17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比較基準を直し、形式と意味の限界を分けた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2026-10-21｜４開発入力 × ２定義 × ２seed｜台帳の校正。新規性・最終性能は未確定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2120900"/>
            <a:ext cx="11176000" cy="12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整合版は８／８出力が形式適合。</a:t>
            </a:r>
          </a:p>
          <a:p>
            <a:pPr>
              <a:lnSpc>
                <a:spcPts val="369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ただし、内容の正しさを保証する結果ではない。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3759200"/>
            <a:ext cx="11176000" cy="146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全16生成、317,357トークン、不明０。</a:t>
            </a:r>
          </a:p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適合15出力の全140項目を、元の記録と照合した。</a:t>
            </a:r>
          </a:p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曖昧な全体完了と、不十分な引用が残った。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この修正は自作基準の不備への対応。独自方式の発見や性能改善とは区別する。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01 / 目的と実験アーキテクチャ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情報・予算をそろえ、台帳の契約だけを校正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モデルに許す形式と、実行器が受け取る形式を一致させる。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2026-10-21｜４開発入力 × ２定義 × ２seed｜台帳の校正。新規性・最終性能は未確定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22500"/>
            <a:ext cx="31750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" y="2349500"/>
            <a:ext cx="2870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同じ４入力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781300"/>
            <a:ext cx="2870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要求・操作結果・API仕様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8000" y="2095500"/>
            <a:ext cx="3175000" cy="1016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0400" y="2222500"/>
            <a:ext cx="2870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旧版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0400" y="2654300"/>
            <a:ext cx="2870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空出典を宣言側で許可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3492500"/>
            <a:ext cx="3175000" cy="1016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0400" y="3619500"/>
            <a:ext cx="2870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整合版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0400" y="4051300"/>
            <a:ext cx="2870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出典登録・受取制約と一致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1500" y="2603500"/>
            <a:ext cx="34925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3900" y="2730500"/>
            <a:ext cx="31877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同じM3モデル・２seed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3900" y="3162300"/>
            <a:ext cx="31877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全16出力を保存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3683000" y="2540000"/>
            <a:ext cx="609600" cy="1270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83000" y="3175000"/>
            <a:ext cx="609600" cy="7620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93000" y="2540000"/>
            <a:ext cx="673100" cy="4445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493000" y="3492500"/>
            <a:ext cx="673100" cy="4445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71500" y="4914900"/>
            <a:ext cx="11049000" cy="10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終了後：原入力・費用の監査 → 方式名を伏せて全項目を照合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→ ラベル固定 → 方式とseedを開いて集計。追加の環境操作は０。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要求文は「何を頼まれたか」の根拠であり、「実行したか」の証拠にはならない。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02 / 全結果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形式不適合は減ったが、意味の優位性は示せない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反復・台帳項目を独立した課題数に数えない。助手１名の探索的照合。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2026-10-21｜４開発入力 × ２定義 × ２seed｜台帳の校正。新規性・最終性能は未確定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197100"/>
            <a:ext cx="67183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24100"/>
            <a:ext cx="647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指標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39000" y="2197100"/>
            <a:ext cx="22098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6000" y="2324100"/>
            <a:ext cx="1968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旧版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61500" y="2197100"/>
            <a:ext cx="22098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88500" y="2324100"/>
            <a:ext cx="1968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整合版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2768600"/>
            <a:ext cx="6718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2895600"/>
            <a:ext cx="647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形式適合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39000" y="2768600"/>
            <a:ext cx="2209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6000" y="2895600"/>
            <a:ext cx="1968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7 /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61500" y="2768600"/>
            <a:ext cx="2209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8500" y="2895600"/>
            <a:ext cx="1968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8 / 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3340100"/>
            <a:ext cx="6718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3467100"/>
            <a:ext cx="647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未支持操作完了を検出した適合出力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39000" y="3340100"/>
            <a:ext cx="22098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6000" y="3467100"/>
            <a:ext cx="1968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 / 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1500" y="3340100"/>
            <a:ext cx="22098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88500" y="3467100"/>
            <a:ext cx="1968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 / 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3911600"/>
            <a:ext cx="6718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00" y="4038600"/>
            <a:ext cx="647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曖昧な完了を含む適合出力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39000" y="3911600"/>
            <a:ext cx="2209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6000" y="4038600"/>
            <a:ext cx="1968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 / 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61500" y="3911600"/>
            <a:ext cx="2209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88500" y="4038600"/>
            <a:ext cx="1968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 / 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4483100"/>
            <a:ext cx="6718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" y="4610100"/>
            <a:ext cx="647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曖昧な完了項目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39000" y="4483100"/>
            <a:ext cx="22098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66000" y="4610100"/>
            <a:ext cx="1968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61500" y="4483100"/>
            <a:ext cx="22098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88500" y="4610100"/>
            <a:ext cx="1968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000" y="5054600"/>
            <a:ext cx="6718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000" y="5181600"/>
            <a:ext cx="647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不適合も含む全生成トークン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39000" y="5054600"/>
            <a:ext cx="2209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66000" y="5181600"/>
            <a:ext cx="1968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156,569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61500" y="5054600"/>
            <a:ext cx="2209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88500" y="5181600"/>
            <a:ext cx="1968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160,788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" y="5803900"/>
            <a:ext cx="11049000" cy="546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旧版の１不適合は空出典。未支持０件は一般的な安全性の証明ではない。</a:t>
            </a:r>
          </a:p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曖昧な項目を未支持側へ含めても、整合版の意味上の優位は示せない。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03 / 全入力と費用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16出力の成否・曖昧さ・費用をすべて残す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成功した出力だけで比較しない。最終タスク成功は、この実験では測っていない。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2026-10-21｜４開発入力 × ２定義 × ２seed｜台帳の校正。新規性・最終性能は未確定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pic>
        <p:nvPicPr>
          <p:cNvPr id="9" name="Picture 8" descr="ledger_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20900"/>
            <a:ext cx="114300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04 / 内容確認と解釈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個々の操作が成功しても、対象全体の確認は別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2026-10-21｜４開発入力 × ２定義 × ２seed｜台帳の校正。新規性・最終性能は未確定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2120900"/>
            <a:ext cx="53340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8000" y="2120900"/>
            <a:ext cx="50800" cy="3175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600" y="23241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曖昧な全体完了：４項目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00" y="3111500"/>
            <a:ext cx="4876800" cy="2006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調べたページは時刻の降順だった。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しかしAPI説明に全体の順序保証がない。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個別４件の操作成功は確認できても、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対象を全て調べたことまでは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証明したと扱わない。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0" y="2120900"/>
            <a:ext cx="5334000" cy="317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0" y="2120900"/>
            <a:ext cx="50800" cy="3175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8600" y="2324100"/>
            <a:ext cx="4876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要求側だけの引用：３項目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8600" y="3111500"/>
            <a:ext cx="4876800" cy="2006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taskのみ２件、要求取得との併用１件。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うち２件は引用外の同じ前半記録に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実際の成功返却があった。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引用不足と、前半全体にも根拠がない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誤完了は分けて記録する。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形式の整合は保持する。意味上も安全な台帳としての採用条件は未達。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05 / 何を目指し、次に何をするか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一つの追加機構を、強い単純対照に対して検証する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２段組４ページ。10/23に主要実験・あらまし、10/31に投稿完了が目標。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2026-10-21｜４開発入力 × ２定義 × ２seed｜台帳の校正。新規性・最終性能は未確定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095500"/>
            <a:ext cx="11049000" cy="151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研究の目的：仕事の品質を保ちながら、状態共有・再取得を含む総費用を減らす。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現在の成果：比較基盤、費用の観測、見送り判断、基準の修正。新規性は未確定。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次の実行：P18の別４課題を同じ全履歴基準で実行し、自然な失敗を切り分ける。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確認用12シナリオは未閲覧。機構と比較条件を固定するまで保留する。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089400"/>
            <a:ext cx="10922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2"/>
              </a:rPr>
              <a:t>P17：全結果・採否・限界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584700"/>
            <a:ext cx="10922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3"/>
              </a:rPr>
              <a:t>P18：４課題の事前仕様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080000"/>
            <a:ext cx="10922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4"/>
              </a:rPr>
              <a:t>４ページの原稿構成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575300"/>
            <a:ext cx="10922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5"/>
              </a:rPr>
              <a:t>少数評価で主張できる範囲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P17：台帳の形式と意味を分ける校正</dc:title>
  <dc:subject>目的・アーキテクチャ・実験・考察・今後の検証</dc:subject>
  <dc:creator>AIハーネス研究</dc:creator>
  <cp:keywords>開発観察;総トークン;オーケストレーション;未検証の仮説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