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一般指示をそろえ、独自機構の必要性を見直す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同じモデルで、仕事を正しく完了できる構成を調べる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システム指示だけを変更し、同じ初期環境から実行する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改善・悪化・維持を、全て同じ表に残す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費用が増えた課題も残し、成功数だけで判断しない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行動がどう変わったかと、原因の確定を分ける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現在の結果から、主張すること・見送ることを決める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取得後の欠落が、整えた基準でも残るか確かめる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sophiria1225/AI-/blob/main/docs/P24_findings.md" TargetMode="External"/><Relationship Id="rId3" Type="http://schemas.openxmlformats.org/officeDocument/2006/relationships/hyperlink" Target="https://github.com/sophiria1225/AI-/blob/main/docs/collection_frontier_findings_20261021.md" TargetMode="External"/><Relationship Id="rId4" Type="http://schemas.openxmlformats.org/officeDocument/2006/relationships/hyperlink" Target="https://github.com/sophiria1225/AI-/blob/main/docs/collection_scope_review_20261021.md" TargetMode="External"/><Relationship Id="rId5" Type="http://schemas.openxmlformats.org/officeDocument/2006/relationships/hyperlink" Target="https://github.com/sophiria1225/AI-/blob/main/papers/202610_letter/README.md" TargetMode="Externa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RESEARCH CHECKPOINT / P24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一般指示をそろえ、独自機構の必要性を見直す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2026-10-21｜同じ６開発課題・各条件１seed｜既知の指示による校正。新方式の検証ではない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2197100"/>
            <a:ext cx="11176000" cy="127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3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既知の一般案内を補うと、2/6から6/6へ。</a:t>
            </a:r>
          </a:p>
          <a:p>
            <a:pPr>
              <a:lnSpc>
                <a:spcPts val="33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この改善を、新しいハーネスの効果には数えない。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3695700"/>
            <a:ext cx="11049000" cy="142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旧基準 2/6 → 一般指示あり 6/6。全件を評価・監査。</a:t>
            </a:r>
          </a:p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P24：59生成、1,018,781トークン、192 API。</a:t>
            </a:r>
          </a:p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使用量不明 0件。モデル・予算・課題は維持。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5702300"/>
            <a:ext cx="11176000" cy="546100"/>
          </a:xfrm>
          <a:prstGeom prst="rect">
            <a:avLst/>
          </a:prstGeom>
          <a:solidFill>
            <a:srgbClr val="E7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8500" y="5816600"/>
            <a:ext cx="1079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この差を独自技術の効果には数えない。新規性と有効性は、引き続き未確定。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01 / 背景と目的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同じモデルで、仕事を正しく完了できる構成を調べる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2026-10-21｜同じ６開発課題・各条件１seed｜既知の指示による校正。新方式の検証ではない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508000" y="2184400"/>
            <a:ext cx="5334000" cy="3124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8000" y="2184400"/>
            <a:ext cx="50800" cy="31242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6600" y="2387600"/>
            <a:ext cx="4876800" cy="698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0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研究全体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600" y="3175000"/>
            <a:ext cx="4876800" cy="195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情報が複数の資料・操作へ分散する仕事で、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保持・共有・実行制御の違いが、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最終品質と費用をどう変えるかを測る。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モデルの外側の状態と実行を扱う、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ハーネス内部の研究。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0" y="2184400"/>
            <a:ext cx="5334000" cy="3124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0" y="2184400"/>
            <a:ext cx="50800" cy="31242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78600" y="2387600"/>
            <a:ext cx="4876800" cy="698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0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今回の役割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78600" y="3175000"/>
            <a:ext cx="4876800" cy="195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弱い比較基準による失敗を、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新しい制御の必要性と誤認しない。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公式の一般案内を補い、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残る失敗と悪影響を全件で確認する。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正解集合やデモは追加しない。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8000" y="5702300"/>
            <a:ext cx="11176000" cy="546100"/>
          </a:xfrm>
          <a:prstGeom prst="rect">
            <a:avLst/>
          </a:prstGeom>
          <a:solidFill>
            <a:srgbClr val="E7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8500" y="5816600"/>
            <a:ext cx="1079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目標は独自の状態・更新規則と効果を示すこと。基準校正の完了とは分ける。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02 / 比較アーキテクチャ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システム指示だけを変更し、同じ初期環境から実行する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2026-10-21｜同じ６開発課題・各条件１seed｜既知の指示による校正。新方式の検証ではない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508000" y="2311400"/>
            <a:ext cx="2921000" cy="1219200"/>
          </a:xfrm>
          <a:prstGeom prst="rect">
            <a:avLst/>
          </a:prstGeom>
          <a:solidFill>
            <a:srgbClr val="E7F3F3"/>
          </a:solidFill>
          <a:ln w="1524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0400" y="2438400"/>
            <a:ext cx="26162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同じ６件の要求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400" y="2870200"/>
            <a:ext cx="2616200" cy="584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P22と同じ順序・seed42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18000" y="2070100"/>
            <a:ext cx="3302000" cy="977900"/>
          </a:xfrm>
          <a:prstGeom prst="rect">
            <a:avLst/>
          </a:prstGeom>
          <a:solidFill>
            <a:srgbClr val="E7F3F3"/>
          </a:solidFill>
          <a:ln w="1524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0400" y="2197100"/>
            <a:ext cx="29972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P22：旧基準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0400" y="2628900"/>
            <a:ext cx="29972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既存のシステム指示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18000" y="3467100"/>
            <a:ext cx="3302000" cy="977900"/>
          </a:xfrm>
          <a:prstGeom prst="rect">
            <a:avLst/>
          </a:prstGeom>
          <a:solidFill>
            <a:srgbClr val="E7F3F3"/>
          </a:solidFill>
          <a:ln w="1524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70400" y="3594100"/>
            <a:ext cx="29972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P24：一般指示を追記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0400" y="4025900"/>
            <a:ext cx="29972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時刻・列挙・完了形式など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09000" y="2692400"/>
            <a:ext cx="3175000" cy="1346200"/>
          </a:xfrm>
          <a:prstGeom prst="rect">
            <a:avLst/>
          </a:prstGeom>
          <a:solidFill>
            <a:srgbClr val="E7F3F3"/>
          </a:solidFill>
          <a:ln w="1524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1400" y="2819400"/>
            <a:ext cx="28702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模擬アプリと独立評価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1400" y="3251200"/>
            <a:ext cx="2870200" cy="711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履歴・観測・費用を保存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3429000" y="2552700"/>
            <a:ext cx="863600" cy="177800"/>
          </a:xfrm>
          <a:prstGeom prst="line">
            <a:avLst/>
          </a:prstGeom>
          <a:ln w="22860">
            <a:solidFill>
              <a:srgbClr val="61708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429000" y="3111500"/>
            <a:ext cx="863600" cy="812800"/>
          </a:xfrm>
          <a:prstGeom prst="line">
            <a:avLst/>
          </a:prstGeom>
          <a:ln w="22860">
            <a:solidFill>
              <a:srgbClr val="61708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620000" y="2552700"/>
            <a:ext cx="850900" cy="546100"/>
          </a:xfrm>
          <a:prstGeom prst="line">
            <a:avLst/>
          </a:prstGeom>
          <a:ln w="22860">
            <a:solidFill>
              <a:srgbClr val="61708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7620000" y="3594100"/>
            <a:ext cx="850900" cy="330200"/>
          </a:xfrm>
          <a:prstGeom prst="line">
            <a:avLst/>
          </a:prstGeom>
          <a:ln w="22860">
            <a:solidFill>
              <a:srgbClr val="61708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71500" y="4787900"/>
            <a:ext cx="11049000" cy="1168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M3 IQ4_XS／64K／全履歴。各課題45万token・80 LLM・80 API・30分。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一般指示は公式の既知規則。複数規則をまとめたため、個別寄与は未分離。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全件終了後に公開観測を分析。最終評価の内容をモデルへ戻さない。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03 / 全６件の成否と費用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改善・悪化・維持を、全て同じ表に残す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2026-10-21｜同じ６開発課題・各条件１seed｜既知の指示による校正。新方式の検証ではない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8000" y="2159000"/>
            <a:ext cx="3606800" cy="4699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000" y="2286000"/>
            <a:ext cx="3365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課題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27500" y="2159000"/>
            <a:ext cx="1193800" cy="4699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4500" y="2286000"/>
            <a:ext cx="952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旧基準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34000" y="2159000"/>
            <a:ext cx="1320800" cy="4699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61000" y="2286000"/>
            <a:ext cx="1079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一般指示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67500" y="2159000"/>
            <a:ext cx="2463800" cy="4699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94500" y="2286000"/>
            <a:ext cx="2222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旧・既知token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2159000"/>
            <a:ext cx="2527300" cy="4699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71000" y="2286000"/>
            <a:ext cx="22860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新・既知token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8000" y="2641600"/>
            <a:ext cx="3606800" cy="469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2768600"/>
            <a:ext cx="3365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01 条件に合う曲の評価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27500" y="2641600"/>
            <a:ext cx="1193800" cy="469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54500" y="2768600"/>
            <a:ext cx="952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未達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34000" y="2641600"/>
            <a:ext cx="1320800" cy="469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61000" y="2768600"/>
            <a:ext cx="1079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成功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67500" y="2641600"/>
            <a:ext cx="2463800" cy="469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94500" y="2768600"/>
            <a:ext cx="2222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197,557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0" y="2641600"/>
            <a:ext cx="2527300" cy="469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71000" y="2768600"/>
            <a:ext cx="22860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177,938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8000" y="3124200"/>
            <a:ext cx="3606800" cy="4699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000" y="3251200"/>
            <a:ext cx="3365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02 関係者の支払依頼承認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27500" y="3124200"/>
            <a:ext cx="1193800" cy="4699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54500" y="3251200"/>
            <a:ext cx="952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未達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34000" y="3124200"/>
            <a:ext cx="1320800" cy="4699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61000" y="3251200"/>
            <a:ext cx="1079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成功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67500" y="3124200"/>
            <a:ext cx="2463800" cy="4699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94500" y="3251200"/>
            <a:ext cx="2222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224,688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0" y="3124200"/>
            <a:ext cx="2527300" cy="4699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71000" y="3251200"/>
            <a:ext cx="22860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383,832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8000" y="3606800"/>
            <a:ext cx="3606800" cy="469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5000" y="3733800"/>
            <a:ext cx="3365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03 当年の請求額を集計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27500" y="3606800"/>
            <a:ext cx="1193800" cy="469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54500" y="3733800"/>
            <a:ext cx="952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未達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34000" y="3606800"/>
            <a:ext cx="1320800" cy="469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61000" y="3733800"/>
            <a:ext cx="1079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成功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667500" y="3606800"/>
            <a:ext cx="2463800" cy="469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94500" y="3733800"/>
            <a:ext cx="2222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390,485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00" y="3606800"/>
            <a:ext cx="2527300" cy="469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71000" y="3733800"/>
            <a:ext cx="22860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115,774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8000" y="4089400"/>
            <a:ext cx="3606800" cy="4699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5000" y="4216400"/>
            <a:ext cx="3365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04 迷惑メッセージの削除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27500" y="4089400"/>
            <a:ext cx="1193800" cy="4699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54500" y="4216400"/>
            <a:ext cx="952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成功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34000" y="4089400"/>
            <a:ext cx="1320800" cy="4699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61000" y="4216400"/>
            <a:ext cx="1079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成功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667500" y="4089400"/>
            <a:ext cx="2463800" cy="4699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794500" y="4216400"/>
            <a:ext cx="2222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74,335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144000" y="4089400"/>
            <a:ext cx="2527300" cy="4699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271000" y="4216400"/>
            <a:ext cx="22860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75,709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8000" y="4572000"/>
            <a:ext cx="3606800" cy="469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5000" y="4699000"/>
            <a:ext cx="3365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05 写真の圧縮・元の削除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127500" y="4572000"/>
            <a:ext cx="1193800" cy="469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254500" y="4699000"/>
            <a:ext cx="952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成功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334000" y="4572000"/>
            <a:ext cx="1320800" cy="469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461000" y="4699000"/>
            <a:ext cx="1079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成功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667500" y="4572000"/>
            <a:ext cx="2463800" cy="469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794500" y="4699000"/>
            <a:ext cx="2222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70,784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144000" y="4572000"/>
            <a:ext cx="2527300" cy="469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271000" y="4699000"/>
            <a:ext cx="22860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95,049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08000" y="5054600"/>
            <a:ext cx="3606800" cy="4699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35000" y="5181600"/>
            <a:ext cx="3365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06 一覧中の最大値を回答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127500" y="5054600"/>
            <a:ext cx="1193800" cy="4699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254500" y="5181600"/>
            <a:ext cx="952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未達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334000" y="5054600"/>
            <a:ext cx="1320800" cy="4699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461000" y="5181600"/>
            <a:ext cx="1079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成功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667500" y="5054600"/>
            <a:ext cx="2463800" cy="4699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794500" y="5181600"/>
            <a:ext cx="2222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129,345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144000" y="5054600"/>
            <a:ext cx="2527300" cy="4699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271000" y="5181600"/>
            <a:ext cx="22860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170,479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08000" y="5537200"/>
            <a:ext cx="3606800" cy="469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35000" y="5664200"/>
            <a:ext cx="3365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合計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127500" y="5537200"/>
            <a:ext cx="1193800" cy="469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254500" y="5664200"/>
            <a:ext cx="952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2/6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334000" y="5537200"/>
            <a:ext cx="1320800" cy="469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461000" y="5664200"/>
            <a:ext cx="1079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6/6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667500" y="5537200"/>
            <a:ext cx="2463800" cy="469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794500" y="5664200"/>
            <a:ext cx="2222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1,087,194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144000" y="5537200"/>
            <a:ext cx="2527300" cy="469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271000" y="5664200"/>
            <a:ext cx="22860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1,018,781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71500" y="6096000"/>
            <a:ext cx="110490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旧課題３は使用量不明１呼出し。１seedの開発比較から有意差や一般化は主張しない。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04 / 全費用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費用が増えた課題も残し、成功数だけで判断しない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2026-10-21｜同じ６開発課題・各条件１seed｜既知の指示による校正。新方式の検証ではない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pic>
        <p:nvPicPr>
          <p:cNvPr id="8" name="Picture 7" descr="paired_co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00" y="2108200"/>
            <a:ext cx="11633200" cy="4140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05 / 公開観測の考察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行動がどう変わったかと、原因の確定を分ける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2026-10-21｜同じ６開発課題・各条件１seed｜既知の指示による校正。新方式の検証ではない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8000" y="2146300"/>
            <a:ext cx="5334000" cy="339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8000" y="2146300"/>
            <a:ext cx="50800" cy="33909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6600" y="2349500"/>
            <a:ext cx="4876800" cy="698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0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通常案内で行動が変わった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600" y="3136900"/>
            <a:ext cx="4876800" cy="2222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曲の選択は、プレイリストと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いいね曲の共通部分へ変化。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支払承認10件の引数は同じで、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完了時の回答文を省いた。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当年の集計では環境時刻を取得。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個々の案内の因果効果は未分離。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0" y="2146300"/>
            <a:ext cx="5334000" cy="339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0" y="2146300"/>
            <a:ext cx="50800" cy="33909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78600" y="2349500"/>
            <a:ext cx="4876800" cy="698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0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成功と網羅性は同じではない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78600" y="3136900"/>
            <a:ext cx="4876800" cy="2222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最大値の課題では８一覧・57曲を取得。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詳細を確認したのは56曲だった。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１曲が未確認でも最終回答は正解。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一覧の終端確認だけで、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全項目の処理完了は保証できない。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この観察だけを新規性とはしない。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8000" y="5702300"/>
            <a:ext cx="11176000" cy="546100"/>
          </a:xfrm>
          <a:prstGeom prst="rect">
            <a:avLst/>
          </a:prstGeom>
          <a:solidFill>
            <a:srgbClr val="E7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8500" y="5816600"/>
            <a:ext cx="1079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公開観測の事後分析。隠し評価の内容・未取得の値を読まず、単独原因を確定しない。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06 / 新規性と採否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現在の結果から、主張すること・見送ることを決める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2026-10-21｜同じ６開発課題・各条件１seed｜既知の指示による校正。新方式の検証ではない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2171700"/>
            <a:ext cx="11049000" cy="307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今回の成果：同じ６件で通常基準を校正し、残る確認漏れを記録。</a:t>
            </a:r>
          </a:p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見送る主張：P22の４失敗は専用ゲートがなければ解決できない。</a:t>
            </a:r>
          </a:p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見送る規則：必要性を判断せず、全ての探索の完了を強制する。</a:t>
            </a:r>
          </a:p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/>
            </a:r>
          </a:p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研究の差は未確定。新しい機構だけでなく、条件を切り分けた</a:t>
            </a:r>
          </a:p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新しい知見の可能性も、近接研究と確認実験で検討する。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5702300"/>
            <a:ext cx="11176000" cy="546100"/>
          </a:xfrm>
          <a:prstGeom prst="rect">
            <a:avLst/>
          </a:prstGeom>
          <a:solidFill>
            <a:srgbClr val="E7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8500" y="5816600"/>
            <a:ext cx="1079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新しい名称や機能の数ではなく、既存対照でも残る具体的な差を検証する。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07 / 次に目指す成果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取得後の欠落が、整えた基準でも残るか確かめる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投稿原稿は２段組４ページ。主要実験・あらまし10/23、投稿完了10/31。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2026-10-21｜同じ６開発課題・各条件１seed｜既知の指示による校正。新方式の検証ではない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2146300"/>
            <a:ext cx="11049000" cy="171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P18の全４件を、同じ一般指示・同じ予算で比較する（P25）。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写真整理・依頼・返金・書出。成功例も残し、正解件数を教えない。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通常の計算との比較も必要。コード接続の準備と効果検証を混同しない。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未閲覧12シナリオは保留。独自機構と一般化は、まだ主張しない。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140200"/>
            <a:ext cx="109220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  <a:hlinkClick r:id="rId2"/>
              </a:rPr>
              <a:t>P24：全結果・判断理由・代案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622800"/>
            <a:ext cx="109220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  <a:hlinkClick r:id="rId3"/>
              </a:rPr>
              <a:t>ページ取得規則：成功例への過剰介入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5105400"/>
            <a:ext cx="109220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  <a:hlinkClick r:id="rId4"/>
              </a:rPr>
              <a:t>近接研究との機能的な重なり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5588000"/>
            <a:ext cx="109220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  <a:hlinkClick r:id="rId5"/>
              </a:rPr>
              <a:t>４ページ原稿の主張と現在地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P22・P24：一般指示の校正、全結果と研究の現在地</dc:title>
  <dc:subject>目的・アーキテクチャ・実験・考察・今後の検証</dc:subject>
  <dc:creator>AIハーネス研究</dc:creator>
  <cp:keywords>開発観察;総トークン;オーケストレーション;未検証の仮説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