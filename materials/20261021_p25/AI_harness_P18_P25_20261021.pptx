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取得後の処理を含む４課題で、通常基準を確かめる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同じ一般指示を、成功例を含む別の４件へ適用する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改善・悪化・維持を、全て同じ表に残す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費用の増加や未完了も含めて比較する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実際の行動と、新しい機構の必要性を分ける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残る制約と、レターの主張を絞る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ophiria1225/AI-/blob/main/docs/P25_findings.md" TargetMode="External"/><Relationship Id="rId3" Type="http://schemas.openxmlformats.org/officeDocument/2006/relationships/hyperlink" Target="https://github.com/sophiria1225/AI-/blob/main/docs/output_access_review_20261021.md" TargetMode="External"/><Relationship Id="rId4" Type="http://schemas.openxmlformats.org/officeDocument/2006/relationships/hyperlink" Target="https://github.com/sophiria1225/AI-/blob/main/papers/202610_letter/README.md" TargetMode="External"/><Relationship Id="rId5" Type="http://schemas.openxmlformats.org/officeDocument/2006/relationships/hyperlink" Target="https://github.com/sophiria1225/AI-/blob/main/docs/task_board.md" TargetMode="Externa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RESEARCH CHECKPOINT / P25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取得後の処理を含む４課題で、通常基準を確かめる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同じ４開発課題・各条件１seed｜一般指示の転用確認。独自方式の効果ではない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2184400"/>
            <a:ext cx="11176000" cy="1358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一般指示の転用で 2/4 → 3/4。</a:t>
            </a:r>
          </a:p>
          <a:p>
            <a:pPr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CSVの欠落は解消し、写真整理はAPI上限で停止。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733800"/>
            <a:ext cx="11049000" cy="146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研究目的：情報保持・共有・実行制御が、最終品質と費用に与える影響を調べる。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今回：旧基準 2/4 → 一般指示あり 3/4。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P25：37生成、既知806,849トークン、179 API。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新規性は未確立。通常機能の校正と、論文で主張する独自の差を区別する。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01 / 比較アーキテクチャ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同じ一般指示を、成功例を含む別の４件へ適用する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同じ４開発課題・各条件１seed｜一般指示の転用確認。独自方式の効果ではない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2324100"/>
            <a:ext cx="2921000" cy="12192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2451100"/>
            <a:ext cx="2616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同じ４件の要求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2882900"/>
            <a:ext cx="2616200" cy="584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P18と同じ順序・seed42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8000" y="2070100"/>
            <a:ext cx="3302000" cy="9779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0400" y="2197100"/>
            <a:ext cx="2997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P18：旧基準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0400" y="2628900"/>
            <a:ext cx="29972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既存のシステム指示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8000" y="3467100"/>
            <a:ext cx="3302000" cy="9779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0400" y="3594100"/>
            <a:ext cx="2997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P25：一般指示あり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0400" y="4025900"/>
            <a:ext cx="29972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P24から内容を変更しない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9000" y="2692400"/>
            <a:ext cx="3175000" cy="13462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1400" y="28194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模擬アプリと独立評価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1400" y="3251200"/>
            <a:ext cx="2870200" cy="711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履歴・観測・費用を保存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429000" y="2552700"/>
            <a:ext cx="863600" cy="1778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29000" y="3111500"/>
            <a:ext cx="863600" cy="8128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20000" y="2552700"/>
            <a:ext cx="850900" cy="5461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620000" y="3594100"/>
            <a:ext cx="850900" cy="3302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71500" y="4787900"/>
            <a:ext cx="11049000" cy="1168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M3 IQ4_XS／64K／全履歴。各課題45万token・80 LLM・80 API・30分。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正解件数・デモ・計算道具は追加しない。確認用12シナリオは未閲覧。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全件終了後に公開観測を分析。独立評価を実行中のモデルへ戻さない。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02 / 全４件の成否と費用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改善・悪化・維持を、全て同じ表に残す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同じ４開発課題・各条件１seed｜一般指示の転用確認。独自方式の効果ではない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2247900"/>
            <a:ext cx="3606800" cy="596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2374900"/>
            <a:ext cx="3365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課題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27500" y="2247900"/>
            <a:ext cx="1193800" cy="596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4500" y="2374900"/>
            <a:ext cx="95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旧基準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0" y="2247900"/>
            <a:ext cx="1320800" cy="596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1000" y="2374900"/>
            <a:ext cx="1079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一般指示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7500" y="2247900"/>
            <a:ext cx="2463800" cy="596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4500" y="2374900"/>
            <a:ext cx="222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旧・既知token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247900"/>
            <a:ext cx="2527300" cy="596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1000" y="2374900"/>
            <a:ext cx="22860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新・既知token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2857500"/>
            <a:ext cx="36068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2984500"/>
            <a:ext cx="3365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01 写真の整理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27500" y="2857500"/>
            <a:ext cx="11938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4500" y="2984500"/>
            <a:ext cx="95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0" y="2857500"/>
            <a:ext cx="13208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61000" y="2984500"/>
            <a:ext cx="1079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7500" y="2857500"/>
            <a:ext cx="24638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4500" y="2984500"/>
            <a:ext cx="222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294,726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857500"/>
            <a:ext cx="25273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1000" y="2984500"/>
            <a:ext cx="22860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185,739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000" y="3467100"/>
            <a:ext cx="3606800" cy="596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000" y="3594100"/>
            <a:ext cx="3365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02 費用の分担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27500" y="3467100"/>
            <a:ext cx="1193800" cy="596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4500" y="3594100"/>
            <a:ext cx="95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0" y="3467100"/>
            <a:ext cx="1320800" cy="596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61000" y="3594100"/>
            <a:ext cx="1079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67500" y="3467100"/>
            <a:ext cx="2463800" cy="596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4500" y="3594100"/>
            <a:ext cx="222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297,442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467100"/>
            <a:ext cx="2527300" cy="596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71000" y="3594100"/>
            <a:ext cx="22860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181,220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8000" y="4076700"/>
            <a:ext cx="36068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000" y="4203700"/>
            <a:ext cx="3365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03 返金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27500" y="4076700"/>
            <a:ext cx="11938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4500" y="4203700"/>
            <a:ext cx="95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34000" y="4076700"/>
            <a:ext cx="13208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61000" y="4203700"/>
            <a:ext cx="1079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67500" y="4076700"/>
            <a:ext cx="24638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94500" y="4203700"/>
            <a:ext cx="222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67,858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4076700"/>
            <a:ext cx="25273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71000" y="4203700"/>
            <a:ext cx="22860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69,547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8000" y="4686300"/>
            <a:ext cx="3606800" cy="596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000" y="4813300"/>
            <a:ext cx="3365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04 曲一覧・退会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27500" y="4686300"/>
            <a:ext cx="1193800" cy="596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54500" y="4813300"/>
            <a:ext cx="95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34000" y="4686300"/>
            <a:ext cx="1320800" cy="596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1000" y="4813300"/>
            <a:ext cx="1079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成功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67500" y="4686300"/>
            <a:ext cx="2463800" cy="596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94500" y="4813300"/>
            <a:ext cx="222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357,189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4686300"/>
            <a:ext cx="2527300" cy="596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71000" y="4813300"/>
            <a:ext cx="22860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370,343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8000" y="5295900"/>
            <a:ext cx="36068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000" y="5422900"/>
            <a:ext cx="3365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合計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27500" y="5295900"/>
            <a:ext cx="11938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54500" y="5422900"/>
            <a:ext cx="95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2/4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34000" y="5295900"/>
            <a:ext cx="13208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61000" y="5422900"/>
            <a:ext cx="1079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3/4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67500" y="5295900"/>
            <a:ext cx="24638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94500" y="5422900"/>
            <a:ext cx="22225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1,017,215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0" y="5295900"/>
            <a:ext cx="2527300" cy="5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71000" y="5422900"/>
            <a:ext cx="22860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806,849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1500" y="6184900"/>
            <a:ext cx="110490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全費用を含む記述的比較。４課題・１seedから有意差や一般的な優位は主張しない。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03 / 全費用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費用の増加や未完了も含めて比較する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同じ４開発課題・各条件１seed｜一般指示の転用確認。独自方式の効果ではない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pic>
        <p:nvPicPr>
          <p:cNvPr id="8" name="Picture 7" descr="paired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2108200"/>
            <a:ext cx="11633200" cy="4140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04 / 観測と考察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実際の行動と、新しい機構の必要性を分ける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同じ４開発課題・各条件１seed｜一般指示の転用確認。独自方式の効果ではない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2146300"/>
            <a:ext cx="5334000" cy="339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000" y="2146300"/>
            <a:ext cx="50800" cy="33909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23495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取得後の欠落と予算を区別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00" y="3136900"/>
            <a:ext cx="4876800" cy="2222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曲一覧：観測済み72件とCSV72行が一致。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以前の１行欠落は今回再現しなかった。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写真：42件取得、27件移動、15件未処理。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80 API到達で次の移動を送れなかった。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個別手順の費用を、全手順の下限にしない。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0" y="2146300"/>
            <a:ext cx="5334000" cy="3390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0" y="2146300"/>
            <a:ext cx="50800" cy="33909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8600" y="23495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完了形式だけの影響も確認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8600" y="3136900"/>
            <a:ext cx="4876800" cy="2222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P22/P24の操作前半を４条件で再実行。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返却・完了直前の保存状態は原記録と一致。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どちらの前半でも、回答ありは不合格、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回答を省略すると合格だった。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公開仕様の確認であり、新方式ではない。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１seedの校正・１状態の介入。再発率、一般性、新規性を確定した結果ではない。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05 / 新規性・次の実験・投稿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残る制約と、レターの主張を絞る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投稿原稿は２段組４ページ。主要実験・あらまし10/23、投稿完了10/31。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同じ４開発課題・各条件１seed｜一般指示の転用確認。独自方式の効果ではない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120900"/>
            <a:ext cx="11049000" cy="181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次：写真整理１件で、API上限だけ80→160に変える開発診断を準備。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モデル・指示・他予算は固定。結果に合わせて上限を増やし続けない。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独自の技術・知見は未確立。確認用12シナリオは未閲覧のまま保持。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10/23の主比較・あらまし確定は厳しい。月末投稿の達成はまだ断定できない。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165600"/>
            <a:ext cx="10922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2"/>
              </a:rPr>
              <a:t>P25：全結果・判断理由・代案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648200"/>
            <a:ext cx="10922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3"/>
              </a:rPr>
              <a:t>取得・計算・書込み：比較条件と近接研究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130800"/>
            <a:ext cx="10922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4"/>
              </a:rPr>
              <a:t>４ページ原稿：主張と未完了事項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613400"/>
            <a:ext cx="10922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5"/>
              </a:rPr>
              <a:t>研究の作業ボード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P18・P25：一般指示の転用、全結果と次の研究判断</dc:title>
  <dc:subject>目的・アーキテクチャ・実験・考察・今後の検証</dc:subject>
  <dc:creator>AIハーネス研究</dc:creator>
  <cp:keywords>開発観察;総トークン;オーケストレーション;未検証の仮説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